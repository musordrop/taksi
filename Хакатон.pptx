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Inter" panose="020B0604020202020204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93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56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internal:username_regular/twiizzyyyy@108170064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185358">
            <a:off x="-2218848" y="-2031883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609600" y="609600"/>
            <a:ext cx="5715000" cy="900113"/>
          </a:xfrm>
          <a:prstGeom prst="rect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609600" y="609600"/>
            <a:ext cx="57150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MusorDrop</a:t>
            </a:r>
            <a:endParaRPr lang="en-US" sz="3420" dirty="0"/>
          </a:p>
        </p:txBody>
      </p:sp>
      <p:sp>
        <p:nvSpPr>
          <p:cNvPr id="5" name="Text 3"/>
          <p:cNvSpPr/>
          <p:nvPr/>
        </p:nvSpPr>
        <p:spPr>
          <a:xfrm>
            <a:off x="609600" y="1271588"/>
            <a:ext cx="5715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5"/>
              </a:lnSpc>
              <a:buNone/>
            </a:pPr>
            <a:r>
              <a:rPr lang="en-US" sz="1283" kern="0" spc="-13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Кейс 10 Студенческий райдшеринг &lt;&lt;Попутка ИИ&gt;&gt;</a:t>
            </a:r>
            <a:endParaRPr lang="en-US" sz="1283" dirty="0"/>
          </a:p>
        </p:txBody>
      </p:sp>
      <p:sp>
        <p:nvSpPr>
          <p:cNvPr id="6" name="Text 4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48388" y="609600"/>
            <a:ext cx="1938337" cy="1819275"/>
          </a:xfrm>
          <a:prstGeom prst="roundRect">
            <a:avLst>
              <a:gd name="adj" fmla="val 16084"/>
            </a:avLst>
          </a:prstGeom>
          <a:solidFill>
            <a:srgbClr val="6363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QR CODE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 rot="2675701">
            <a:off x="-340375" y="2548213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513893"/>
              </p:ext>
            </p:extLst>
          </p:nvPr>
        </p:nvGraphicFramePr>
        <p:xfrm>
          <a:off x="200025" y="1747838"/>
          <a:ext cx="5305426" cy="2933700"/>
        </p:xfrm>
        <a:graphic>
          <a:graphicData uri="http://schemas.openxmlformats.org/drawingml/2006/table">
            <a:tbl>
              <a:tblPr/>
              <a:tblGrid>
                <a:gridCol w="2195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3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Тикот Максим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Тимлид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u="none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@twiizzyyyy</a:t>
                      </a:r>
                      <a:endParaRPr lang="en-US" sz="1200" u="none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Цыренов Тимур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@timatsy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Пушкарёв Егор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@tolkatelZ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Гайворонский Алексей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Дизайнер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@zam_kolobka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Ефремов Тимофей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@EFREMOFFT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Лопухов Денис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@Gupkagrop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Лопатин Степан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@jfkdkrn67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 rot="2675701">
            <a:off x="-1750075" y="130043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 rot="-1723557">
            <a:off x="5640086" y="-884719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-4345023" y="-354977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-5044420" y="-425368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-5834062" y="-496728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1963" y="762000"/>
            <a:ext cx="2862263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 rot="32724">
            <a:off x="608042" y="1093573"/>
            <a:ext cx="2626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284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тимлид, человек без которого все мы бы не собрались.</a:t>
            </a:r>
            <a:endParaRPr lang="en-US" sz="1284" dirty="0"/>
          </a:p>
        </p:txBody>
      </p:sp>
      <p:sp>
        <p:nvSpPr>
          <p:cNvPr id="10" name="Text 6"/>
          <p:cNvSpPr/>
          <p:nvPr/>
        </p:nvSpPr>
        <p:spPr>
          <a:xfrm>
            <a:off x="609600" y="852488"/>
            <a:ext cx="2462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2E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Тикот Максим</a:t>
            </a:r>
            <a:endParaRPr lang="en-US" sz="1283" dirty="0"/>
          </a:p>
        </p:txBody>
      </p:sp>
      <p:sp>
        <p:nvSpPr>
          <p:cNvPr id="11" name="Text 7"/>
          <p:cNvSpPr/>
          <p:nvPr/>
        </p:nvSpPr>
        <p:spPr>
          <a:xfrm>
            <a:off x="500063" y="266700"/>
            <a:ext cx="3381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2138" b="1" kern="0" spc="-47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команда</a:t>
            </a:r>
            <a:endParaRPr lang="en-US" sz="2138" dirty="0"/>
          </a:p>
        </p:txBody>
      </p:sp>
      <p:sp>
        <p:nvSpPr>
          <p:cNvPr id="12" name="Shape 8"/>
          <p:cNvSpPr/>
          <p:nvPr/>
        </p:nvSpPr>
        <p:spPr>
          <a:xfrm>
            <a:off x="3500438" y="762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3" name="Text 9"/>
          <p:cNvSpPr/>
          <p:nvPr/>
        </p:nvSpPr>
        <p:spPr>
          <a:xfrm>
            <a:off x="3629025" y="881063"/>
            <a:ext cx="2862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6A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Цыренов Тимур и Пушкарёв Егор</a:t>
            </a:r>
            <a:endParaRPr lang="en-US" sz="1283" dirty="0"/>
          </a:p>
        </p:txBody>
      </p:sp>
      <p:sp>
        <p:nvSpPr>
          <p:cNvPr id="14" name="Text 10"/>
          <p:cNvSpPr/>
          <p:nvPr/>
        </p:nvSpPr>
        <p:spPr>
          <a:xfrm>
            <a:off x="3629025" y="1109663"/>
            <a:ext cx="255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промт-инженеры, всегда помогали в трудную минуту.</a:t>
            </a:r>
            <a:endParaRPr lang="en-US" sz="1283" dirty="0"/>
          </a:p>
        </p:txBody>
      </p:sp>
      <p:sp>
        <p:nvSpPr>
          <p:cNvPr id="15" name="Shape 11"/>
          <p:cNvSpPr/>
          <p:nvPr/>
        </p:nvSpPr>
        <p:spPr>
          <a:xfrm>
            <a:off x="461963" y="2286000"/>
            <a:ext cx="2862263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6" name="Text 12"/>
          <p:cNvSpPr/>
          <p:nvPr/>
        </p:nvSpPr>
        <p:spPr>
          <a:xfrm>
            <a:off x="581025" y="2400300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F44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 Тимофей</a:t>
            </a:r>
            <a:endParaRPr lang="en-US" sz="1283" dirty="0"/>
          </a:p>
        </p:txBody>
      </p:sp>
      <p:sp>
        <p:nvSpPr>
          <p:cNvPr id="17" name="Text 13"/>
          <p:cNvSpPr/>
          <p:nvPr/>
        </p:nvSpPr>
        <p:spPr>
          <a:xfrm>
            <a:off x="581025" y="2628900"/>
            <a:ext cx="2557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аналитик, собирал и анализировал данные.</a:t>
            </a:r>
            <a:endParaRPr lang="en-US" sz="1283" dirty="0"/>
          </a:p>
        </p:txBody>
      </p:sp>
      <p:sp>
        <p:nvSpPr>
          <p:cNvPr id="18" name="Shape 14"/>
          <p:cNvSpPr/>
          <p:nvPr/>
        </p:nvSpPr>
        <p:spPr>
          <a:xfrm>
            <a:off x="3500438" y="2286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9" name="Text 15"/>
          <p:cNvSpPr/>
          <p:nvPr/>
        </p:nvSpPr>
        <p:spPr>
          <a:xfrm>
            <a:off x="3595688" y="2371725"/>
            <a:ext cx="2795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949D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Лопухов Денис и Лопатин Степан</a:t>
            </a:r>
            <a:endParaRPr lang="en-US" sz="1283" dirty="0"/>
          </a:p>
        </p:txBody>
      </p:sp>
      <p:sp>
        <p:nvSpPr>
          <p:cNvPr id="20" name="Text 16"/>
          <p:cNvSpPr/>
          <p:nvPr/>
        </p:nvSpPr>
        <p:spPr>
          <a:xfrm>
            <a:off x="3595688" y="2600325"/>
            <a:ext cx="2709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разработчики, главные по кодингу нашего проекта.</a:t>
            </a:r>
            <a:endParaRPr lang="en-US" sz="1283" dirty="0"/>
          </a:p>
        </p:txBody>
      </p:sp>
      <p:sp>
        <p:nvSpPr>
          <p:cNvPr id="21" name="Shape 17"/>
          <p:cNvSpPr/>
          <p:nvPr/>
        </p:nvSpPr>
        <p:spPr>
          <a:xfrm rot="-5405115">
            <a:off x="6317354" y="1096896"/>
            <a:ext cx="2903104" cy="2208019"/>
          </a:xfrm>
          <a:prstGeom prst="roundRect">
            <a:avLst>
              <a:gd name="adj" fmla="val 6626"/>
            </a:avLst>
          </a:prstGeom>
          <a:solidFill>
            <a:srgbClr val="424242"/>
          </a:solidFill>
          <a:ln/>
        </p:spPr>
      </p:sp>
      <p:sp>
        <p:nvSpPr>
          <p:cNvPr id="22" name="Text 18"/>
          <p:cNvSpPr/>
          <p:nvPr/>
        </p:nvSpPr>
        <p:spPr>
          <a:xfrm>
            <a:off x="6800910" y="874279"/>
            <a:ext cx="193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BA85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Гайворонский Алексей</a:t>
            </a:r>
            <a:endParaRPr lang="en-US" sz="1283" dirty="0"/>
          </a:p>
        </p:txBody>
      </p:sp>
      <p:sp>
        <p:nvSpPr>
          <p:cNvPr id="23" name="Text 19"/>
          <p:cNvSpPr/>
          <p:nvPr/>
        </p:nvSpPr>
        <p:spPr>
          <a:xfrm>
            <a:off x="6800910" y="1236229"/>
            <a:ext cx="20288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дизайнер, разработал внешний вид продукта.</a:t>
            </a:r>
            <a:endParaRPr lang="en-US" sz="12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 rot="-1723557">
            <a:off x="2392061" y="-2608744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575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71550" y="1900238"/>
            <a:ext cx="2286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проект</a:t>
            </a:r>
            <a:endParaRPr lang="en-US" sz="1710" dirty="0"/>
          </a:p>
        </p:txBody>
      </p:sp>
      <p:sp>
        <p:nvSpPr>
          <p:cNvPr id="7" name="Shape 5"/>
          <p:cNvSpPr/>
          <p:nvPr/>
        </p:nvSpPr>
        <p:spPr>
          <a:xfrm>
            <a:off x="3333750" y="1657350"/>
            <a:ext cx="2324100" cy="762000"/>
          </a:xfrm>
          <a:prstGeom prst="rect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3333750" y="16573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кого создан наш сайт?</a:t>
            </a:r>
            <a:endParaRPr lang="en-US" sz="1283" dirty="0"/>
          </a:p>
        </p:txBody>
      </p:sp>
      <p:sp>
        <p:nvSpPr>
          <p:cNvPr id="9" name="Text 7"/>
          <p:cNvSpPr/>
          <p:nvPr/>
        </p:nvSpPr>
        <p:spPr>
          <a:xfrm>
            <a:off x="3333750" y="19621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разработали сайт для студентов, которым приходится преодолевать большой путь до учебного корпуса.</a:t>
            </a:r>
            <a:endParaRPr lang="en-US" sz="855" dirty="0"/>
          </a:p>
        </p:txBody>
      </p:sp>
      <p:sp>
        <p:nvSpPr>
          <p:cNvPr id="10" name="Text 8"/>
          <p:cNvSpPr/>
          <p:nvPr/>
        </p:nvSpPr>
        <p:spPr>
          <a:xfrm>
            <a:off x="32575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769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62675" y="2838450"/>
            <a:ext cx="2324100" cy="1524000"/>
          </a:xfrm>
          <a:prstGeom prst="rect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6162675" y="28384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именно мы?</a:t>
            </a:r>
            <a:endParaRPr lang="en-US" sz="1283" dirty="0"/>
          </a:p>
        </p:txBody>
      </p:sp>
      <p:sp>
        <p:nvSpPr>
          <p:cNvPr id="15" name="Text 13"/>
          <p:cNvSpPr/>
          <p:nvPr/>
        </p:nvSpPr>
        <p:spPr>
          <a:xfrm>
            <a:off x="6162675" y="3143250"/>
            <a:ext cx="23241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Стандартные сервисы такси завышают цены в час пик. Наша команда предлагает более низкую стоимость поездки студентам, компенсацию водителям за бензин, опцию шеринга поездки (Split Fare) с однокурсниками из того же общежития и маршруты «общежитие — корпус».</a:t>
            </a:r>
            <a:endParaRPr lang="en-US" sz="855" dirty="0"/>
          </a:p>
        </p:txBody>
      </p:sp>
      <p:sp>
        <p:nvSpPr>
          <p:cNvPr id="16" name="Text 14"/>
          <p:cNvSpPr/>
          <p:nvPr/>
        </p:nvSpPr>
        <p:spPr>
          <a:xfrm>
            <a:off x="60769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53150" y="1657350"/>
            <a:ext cx="2324100" cy="762000"/>
          </a:xfrm>
          <a:prstGeom prst="rect">
            <a:avLst/>
          </a:prstGeom>
          <a:noFill/>
          <a:ln/>
        </p:spPr>
      </p:sp>
      <p:sp>
        <p:nvSpPr>
          <p:cNvPr id="18" name="Text 16"/>
          <p:cNvSpPr/>
          <p:nvPr/>
        </p:nvSpPr>
        <p:spPr>
          <a:xfrm>
            <a:off x="6153150" y="16573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чего наш сервис?</a:t>
            </a:r>
            <a:endParaRPr lang="en-US" sz="1283" dirty="0"/>
          </a:p>
        </p:txBody>
      </p:sp>
      <p:sp>
        <p:nvSpPr>
          <p:cNvPr id="19" name="Text 17"/>
          <p:cNvSpPr/>
          <p:nvPr/>
        </p:nvSpPr>
        <p:spPr>
          <a:xfrm>
            <a:off x="6153150" y="19621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нашего сервиса — помочь студентам сократить расходы и время на дорогу до 2 часов в день.</a:t>
            </a:r>
            <a:endParaRPr lang="en-US" sz="855" dirty="0"/>
          </a:p>
        </p:txBody>
      </p:sp>
      <p:sp>
        <p:nvSpPr>
          <p:cNvPr id="20" name="Text 18"/>
          <p:cNvSpPr/>
          <p:nvPr/>
        </p:nvSpPr>
        <p:spPr>
          <a:xfrm rot="2675701">
            <a:off x="-2869262" y="-61637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333750" y="2838450"/>
            <a:ext cx="2324100" cy="1447800"/>
          </a:xfrm>
          <a:prstGeom prst="rect">
            <a:avLst/>
          </a:prstGeom>
          <a:noFill/>
          <a:ln/>
        </p:spPr>
      </p:sp>
      <p:sp>
        <p:nvSpPr>
          <p:cNvPr id="22" name="Text 20"/>
          <p:cNvSpPr/>
          <p:nvPr/>
        </p:nvSpPr>
        <p:spPr>
          <a:xfrm>
            <a:off x="3333750" y="28384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мы взяли именно этот кейс?</a:t>
            </a:r>
            <a:endParaRPr lang="en-US" sz="1283" dirty="0"/>
          </a:p>
        </p:txBody>
      </p:sp>
      <p:sp>
        <p:nvSpPr>
          <p:cNvPr id="23" name="Text 21"/>
          <p:cNvSpPr/>
          <p:nvPr/>
        </p:nvSpPr>
        <p:spPr>
          <a:xfrm>
            <a:off x="3333750" y="3371850"/>
            <a:ext cx="2324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сможем помочь 5000 студентам УрФУ, у которых нет автомобиля, не опаздывать на занятия и комфортно добираться до вуза. Кроме того, наш сервис даёт возможность заводить новые знакомства.</a:t>
            </a:r>
            <a:endParaRPr lang="en-US" sz="855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1050" y="2266950"/>
            <a:ext cx="1714500" cy="16525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2721913" y="-3052487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-1723557">
            <a:off x="3344561" y="2972906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476500" y="2571750"/>
            <a:ext cx="3886200" cy="2028825"/>
          </a:xfrm>
          <a:prstGeom prst="roundRect">
            <a:avLst>
              <a:gd name="adj" fmla="val 14423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628900" y="3605213"/>
            <a:ext cx="358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4.Такой дизайн помогает достичь главных целей проекта: обеспечить удобство использования и укрепить узнаваемость бренда.</a:t>
            </a:r>
            <a:endParaRPr lang="en-US" sz="1283" dirty="0"/>
          </a:p>
        </p:txBody>
      </p:sp>
      <p:sp>
        <p:nvSpPr>
          <p:cNvPr id="6" name="Text 4"/>
          <p:cNvSpPr/>
          <p:nvPr/>
        </p:nvSpPr>
        <p:spPr>
          <a:xfrm>
            <a:off x="-4345023" y="-354977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-5044420" y="-425368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-5834062" y="-496728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3225" y="795338"/>
            <a:ext cx="2054225" cy="4216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0063" y="266700"/>
            <a:ext cx="3381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2138" b="1" kern="0" spc="-47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проекта</a:t>
            </a:r>
            <a:endParaRPr lang="en-US" sz="2138" dirty="0"/>
          </a:p>
        </p:txBody>
      </p:sp>
      <p:sp>
        <p:nvSpPr>
          <p:cNvPr id="11" name="Text 8"/>
          <p:cNvSpPr/>
          <p:nvPr/>
        </p:nvSpPr>
        <p:spPr>
          <a:xfrm>
            <a:off x="500063" y="795338"/>
            <a:ext cx="5862638" cy="2252663"/>
          </a:xfrm>
          <a:prstGeom prst="roundRect">
            <a:avLst>
              <a:gd name="adj" fmla="val 12989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628900" y="1709738"/>
            <a:ext cx="358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2.Удобство использования — простой и понятный интерфейс делает работу с системой комфортной для любого пользователя</a:t>
            </a:r>
            <a:endParaRPr lang="en-US" sz="1283" dirty="0"/>
          </a:p>
        </p:txBody>
      </p:sp>
      <p:sp>
        <p:nvSpPr>
          <p:cNvPr id="13" name="Text 10"/>
          <p:cNvSpPr/>
          <p:nvPr/>
        </p:nvSpPr>
        <p:spPr>
          <a:xfrm>
            <a:off x="542925" y="1543050"/>
            <a:ext cx="1933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выбрали такой дизайн по нескольким причинам:</a:t>
            </a:r>
            <a:endParaRPr lang="en-US" sz="1283" dirty="0"/>
          </a:p>
        </p:txBody>
      </p:sp>
      <p:sp>
        <p:nvSpPr>
          <p:cNvPr id="14" name="Text 11"/>
          <p:cNvSpPr/>
          <p:nvPr/>
        </p:nvSpPr>
        <p:spPr>
          <a:xfrm>
            <a:off x="2628900" y="87630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Узнаваемость бренда — фирменный стиль и корпоративные цвета помогают мгновенно идентифицировать проект</a:t>
            </a:r>
            <a:endParaRPr lang="en-US" sz="1283" dirty="0"/>
          </a:p>
        </p:txBody>
      </p:sp>
      <p:sp>
        <p:nvSpPr>
          <p:cNvPr id="15" name="Text 12"/>
          <p:cNvSpPr/>
          <p:nvPr/>
        </p:nvSpPr>
        <p:spPr>
          <a:xfrm>
            <a:off x="2628900" y="2728913"/>
            <a:ext cx="38195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3.Адаптивность — дизайн корректно отображается на всех устройствах, что важно для современных пользователей</a:t>
            </a:r>
            <a:endParaRPr lang="en-US" sz="1283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0063" y="3095625"/>
            <a:ext cx="1781175" cy="17192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9088" y="4305300"/>
            <a:ext cx="5634038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85707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 rot="-1723557">
            <a:off x="3716036" y="-1832456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19088" y="1395413"/>
            <a:ext cx="5634038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288" y="242888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Сайт Попутка</a:t>
            </a:r>
            <a:endParaRPr lang="en-US" sz="171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81763" y="676275"/>
            <a:ext cx="2054225" cy="4216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9088" y="609600"/>
            <a:ext cx="5634038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95300" y="1500188"/>
            <a:ext cx="53998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нажатия «Войти» вас перекинет на основной экран приложения.</a:t>
            </a:r>
            <a:endParaRPr lang="en-US" sz="1283" dirty="0"/>
          </a:p>
        </p:txBody>
      </p:sp>
      <p:sp>
        <p:nvSpPr>
          <p:cNvPr id="13" name="Text 10"/>
          <p:cNvSpPr/>
          <p:nvPr/>
        </p:nvSpPr>
        <p:spPr>
          <a:xfrm>
            <a:off x="495300" y="714375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главной странице находится форма входа с полями «Логин» и «Пароль» и кнопкой «Войти».</a:t>
            </a:r>
            <a:endParaRPr lang="en-US" sz="1283" dirty="0"/>
          </a:p>
        </p:txBody>
      </p:sp>
      <p:sp>
        <p:nvSpPr>
          <p:cNvPr id="14" name="Text 11"/>
          <p:cNvSpPr/>
          <p:nvPr/>
        </p:nvSpPr>
        <p:spPr>
          <a:xfrm>
            <a:off x="319088" y="3519488"/>
            <a:ext cx="5634038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5300" y="4410075"/>
            <a:ext cx="53998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Мои поездки. У пользователя есть возможность увидеть историю его поездок.</a:t>
            </a:r>
            <a:endParaRPr lang="en-US" sz="1283" dirty="0"/>
          </a:p>
        </p:txBody>
      </p:sp>
      <p:sp>
        <p:nvSpPr>
          <p:cNvPr id="16" name="Text 13"/>
          <p:cNvSpPr/>
          <p:nvPr/>
        </p:nvSpPr>
        <p:spPr>
          <a:xfrm>
            <a:off x="495300" y="3614738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своей поездки. Если ты сам едешь и хочешь взять попутчиков, нажми кнопку «Создать Поездку»</a:t>
            </a:r>
            <a:endParaRPr lang="en-US" sz="1283" dirty="0"/>
          </a:p>
        </p:txBody>
      </p:sp>
      <p:sp>
        <p:nvSpPr>
          <p:cNvPr id="17" name="Text 14"/>
          <p:cNvSpPr/>
          <p:nvPr/>
        </p:nvSpPr>
        <p:spPr>
          <a:xfrm>
            <a:off x="319088" y="2181225"/>
            <a:ext cx="5634038" cy="1214438"/>
          </a:xfrm>
          <a:prstGeom prst="roundRect">
            <a:avLst>
              <a:gd name="adj" fmla="val 2409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95300" y="2352675"/>
            <a:ext cx="54578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поездки. Укажи, откуда и куда ты хочешь поехать (например, «от дома до УрФУ») и желаемое время (можно подстроить под начало пары). Система покажет подходящие варианты от других пользователей.</a:t>
            </a:r>
            <a:endParaRPr lang="en-US" sz="12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3922776">
            <a:off x="-2408734" y="1070082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2665823">
            <a:off x="4860347" y="-1977855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7413" y="357188"/>
            <a:ext cx="3238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 на вопросы</a:t>
            </a:r>
            <a:endParaRPr lang="en-US" sz="3420" dirty="0"/>
          </a:p>
        </p:txBody>
      </p:sp>
      <p:sp>
        <p:nvSpPr>
          <p:cNvPr id="5" name="Text 3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85707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2938463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-4977743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 rot="2675701">
            <a:off x="-354662" y="505100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мы старались &lt;3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 rot="-1723557">
            <a:off x="4525661" y="-1375256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24138" y="1900238"/>
            <a:ext cx="3667125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 за внимание!</a:t>
            </a:r>
            <a:endParaRPr lang="en-US" sz="34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459</Words>
  <Application>Microsoft Office PowerPoint</Application>
  <PresentationFormat>On-screen Show (16:9)</PresentationFormat>
  <Paragraphs>67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Алексей</cp:lastModifiedBy>
  <cp:revision>2</cp:revision>
  <dcterms:created xsi:type="dcterms:W3CDTF">2026-09-06T08:21:14Z</dcterms:created>
  <dcterms:modified xsi:type="dcterms:W3CDTF">2026-09-06T08:26:37Z</dcterms:modified>
</cp:coreProperties>
</file>