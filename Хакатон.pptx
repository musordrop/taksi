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embeddedFontLst>
    <p:embeddedFont>
      <p:font typeface="Inter" panose="020B0604020202020204" charset="0"/>
      <p:regular r:id="rId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1800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72420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7C7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 rot="2675701">
            <a:off x="-340375" y="2548213"/>
            <a:ext cx="7297338" cy="6445598"/>
          </a:xfrm>
          <a:prstGeom prst="star5">
            <a:avLst/>
          </a:prstGeom>
          <a:noFill/>
          <a:ln w="72390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 rot="2185358">
            <a:off x="-2218848" y="-2031883"/>
            <a:ext cx="3780890" cy="5769502"/>
          </a:xfrm>
          <a:prstGeom prst="rect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609600" y="609600"/>
            <a:ext cx="5715000" cy="900113"/>
          </a:xfrm>
          <a:prstGeom prst="rect">
            <a:avLst/>
          </a:prstGeom>
          <a:noFill/>
          <a:ln/>
        </p:spPr>
      </p:sp>
      <p:sp>
        <p:nvSpPr>
          <p:cNvPr id="5" name="Text 3"/>
          <p:cNvSpPr/>
          <p:nvPr/>
        </p:nvSpPr>
        <p:spPr>
          <a:xfrm>
            <a:off x="609600" y="609600"/>
            <a:ext cx="571500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104"/>
              </a:lnSpc>
              <a:buNone/>
            </a:pPr>
            <a:r>
              <a:rPr lang="en-US" sz="3420" b="1" kern="0" spc="-68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Команда MusorDrop</a:t>
            </a:r>
            <a:endParaRPr lang="en-US" sz="3420" dirty="0"/>
          </a:p>
        </p:txBody>
      </p:sp>
      <p:sp>
        <p:nvSpPr>
          <p:cNvPr id="6" name="Text 4"/>
          <p:cNvSpPr/>
          <p:nvPr/>
        </p:nvSpPr>
        <p:spPr>
          <a:xfrm>
            <a:off x="609600" y="1271588"/>
            <a:ext cx="57150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95"/>
              </a:lnSpc>
              <a:buNone/>
            </a:pPr>
            <a:r>
              <a:rPr lang="en-US" sz="1283" kern="0" spc="-13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Кейс 10 Студенческий райдшеринг &lt;&lt;Попутка ИИ&gt;&gt;</a:t>
            </a:r>
            <a:endParaRPr lang="en-US" sz="1283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685925"/>
          <a:ext cx="3871913" cy="2933700"/>
        </p:xfrm>
        <a:graphic>
          <a:graphicData uri="http://schemas.openxmlformats.org/drawingml/2006/table">
            <a:tbl>
              <a:tblPr/>
              <a:tblGrid>
                <a:gridCol w="21955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FF2E00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Тикот Максим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FF2E00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Тимлид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086A0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Цыренов Тимур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086A0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Промт-инженер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086A0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Пушкарёв Егор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086A0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Промт-инженер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6F00FF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Гайворонский Алексей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6F00FF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Дизайнер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08F44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Ефремов Тимофей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08F44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Аналитик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900FF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Лопухов Денис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900FF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Разработчик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900FF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Лопатин Степан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93"/>
                        </a:lnSpc>
                        <a:buNone/>
                      </a:pPr>
                      <a:r>
                        <a:rPr lang="en-US" sz="1283" b="1" kern="0" spc="-26" dirty="0">
                          <a:solidFill>
                            <a:srgbClr val="0900FF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Разработчик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8085102" y="3793997"/>
            <a:ext cx="5292859" cy="5125906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7385705" y="3090088"/>
            <a:ext cx="6691654" cy="6267503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6596063" y="2376488"/>
            <a:ext cx="8067888" cy="7556504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6148388" y="609600"/>
            <a:ext cx="1938337" cy="1819275"/>
          </a:xfrm>
          <a:prstGeom prst="roundRect">
            <a:avLst>
              <a:gd name="adj" fmla="val 16084"/>
            </a:avLst>
          </a:prstGeom>
          <a:solidFill>
            <a:srgbClr val="63636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QR CODE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7C7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 rot="2675701">
            <a:off x="-1683400" y="1281388"/>
            <a:ext cx="7297338" cy="6445598"/>
          </a:xfrm>
          <a:prstGeom prst="star5">
            <a:avLst/>
          </a:prstGeom>
          <a:noFill/>
          <a:ln w="72390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 rot="-1723557">
            <a:off x="5640086" y="-884719"/>
            <a:ext cx="3780890" cy="5769502"/>
          </a:xfrm>
          <a:prstGeom prst="rect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-4278348" y="-3568828"/>
            <a:ext cx="5292859" cy="5125906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-4977745" y="-4272737"/>
            <a:ext cx="6691654" cy="6267503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-5767387" y="-4986337"/>
            <a:ext cx="8067888" cy="7556504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61963" y="762000"/>
            <a:ext cx="2862263" cy="1371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 rot="32724">
            <a:off x="608042" y="1093573"/>
            <a:ext cx="2626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4"/>
              </a:lnSpc>
              <a:buNone/>
            </a:pPr>
            <a:r>
              <a:rPr lang="en-US" sz="1284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 тимлид, человек без которого все мы бы не собрались.</a:t>
            </a:r>
            <a:endParaRPr lang="en-US" sz="1284" dirty="0"/>
          </a:p>
        </p:txBody>
      </p:sp>
      <p:sp>
        <p:nvSpPr>
          <p:cNvPr id="10" name="Text 6"/>
          <p:cNvSpPr/>
          <p:nvPr/>
        </p:nvSpPr>
        <p:spPr>
          <a:xfrm>
            <a:off x="609600" y="852488"/>
            <a:ext cx="24622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2E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Тикот Максим</a:t>
            </a:r>
            <a:endParaRPr lang="en-US" sz="1283" dirty="0"/>
          </a:p>
        </p:txBody>
      </p:sp>
      <p:sp>
        <p:nvSpPr>
          <p:cNvPr id="11" name="Text 7"/>
          <p:cNvSpPr/>
          <p:nvPr/>
        </p:nvSpPr>
        <p:spPr>
          <a:xfrm>
            <a:off x="500063" y="266700"/>
            <a:ext cx="33813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ts val="2565"/>
              </a:lnSpc>
              <a:buNone/>
            </a:pPr>
            <a:r>
              <a:rPr lang="en-US" sz="2138" b="1" kern="0" spc="-47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Наша команда</a:t>
            </a:r>
            <a:endParaRPr lang="en-US" sz="2138" dirty="0"/>
          </a:p>
        </p:txBody>
      </p:sp>
      <p:sp>
        <p:nvSpPr>
          <p:cNvPr id="12" name="Shape 8"/>
          <p:cNvSpPr/>
          <p:nvPr/>
        </p:nvSpPr>
        <p:spPr>
          <a:xfrm>
            <a:off x="3500438" y="762000"/>
            <a:ext cx="2990850" cy="1371600"/>
          </a:xfrm>
          <a:prstGeom prst="roundRect">
            <a:avLst>
              <a:gd name="adj" fmla="val 10667"/>
            </a:avLst>
          </a:prstGeom>
          <a:solidFill>
            <a:srgbClr val="424242"/>
          </a:solidFill>
          <a:ln/>
        </p:spPr>
      </p:sp>
      <p:sp>
        <p:nvSpPr>
          <p:cNvPr id="13" name="Text 9"/>
          <p:cNvSpPr/>
          <p:nvPr/>
        </p:nvSpPr>
        <p:spPr>
          <a:xfrm>
            <a:off x="3629025" y="881063"/>
            <a:ext cx="28622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0086A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Цыренов Тимур и Пушкарёв Егор</a:t>
            </a:r>
            <a:endParaRPr lang="en-US" sz="1283" dirty="0"/>
          </a:p>
        </p:txBody>
      </p:sp>
      <p:sp>
        <p:nvSpPr>
          <p:cNvPr id="14" name="Text 10"/>
          <p:cNvSpPr/>
          <p:nvPr/>
        </p:nvSpPr>
        <p:spPr>
          <a:xfrm>
            <a:off x="3629025" y="1109663"/>
            <a:ext cx="255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Наши промт-инженеры, всегда помогали в трудную минуту.</a:t>
            </a:r>
            <a:endParaRPr lang="en-US" sz="1283" dirty="0"/>
          </a:p>
        </p:txBody>
      </p:sp>
      <p:sp>
        <p:nvSpPr>
          <p:cNvPr id="15" name="Shape 11"/>
          <p:cNvSpPr/>
          <p:nvPr/>
        </p:nvSpPr>
        <p:spPr>
          <a:xfrm>
            <a:off x="461963" y="2286000"/>
            <a:ext cx="2862263" cy="1371600"/>
          </a:xfrm>
          <a:prstGeom prst="roundRect">
            <a:avLst>
              <a:gd name="adj" fmla="val 10667"/>
            </a:avLst>
          </a:prstGeom>
          <a:solidFill>
            <a:srgbClr val="424242"/>
          </a:solidFill>
          <a:ln/>
        </p:spPr>
      </p:sp>
      <p:sp>
        <p:nvSpPr>
          <p:cNvPr id="16" name="Text 12"/>
          <p:cNvSpPr/>
          <p:nvPr/>
        </p:nvSpPr>
        <p:spPr>
          <a:xfrm>
            <a:off x="581025" y="2400300"/>
            <a:ext cx="1571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008F44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Ефремов Тимофей</a:t>
            </a:r>
            <a:endParaRPr lang="en-US" sz="1283" dirty="0"/>
          </a:p>
        </p:txBody>
      </p:sp>
      <p:sp>
        <p:nvSpPr>
          <p:cNvPr id="17" name="Text 13"/>
          <p:cNvSpPr/>
          <p:nvPr/>
        </p:nvSpPr>
        <p:spPr>
          <a:xfrm>
            <a:off x="581025" y="2628900"/>
            <a:ext cx="25574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 аналитик, собирал и анализировал данные.</a:t>
            </a:r>
            <a:endParaRPr lang="en-US" sz="1283" dirty="0"/>
          </a:p>
        </p:txBody>
      </p:sp>
      <p:sp>
        <p:nvSpPr>
          <p:cNvPr id="18" name="Shape 14"/>
          <p:cNvSpPr/>
          <p:nvPr/>
        </p:nvSpPr>
        <p:spPr>
          <a:xfrm>
            <a:off x="3500438" y="2286000"/>
            <a:ext cx="2990850" cy="1371600"/>
          </a:xfrm>
          <a:prstGeom prst="roundRect">
            <a:avLst>
              <a:gd name="adj" fmla="val 10667"/>
            </a:avLst>
          </a:prstGeom>
          <a:solidFill>
            <a:srgbClr val="424242"/>
          </a:solidFill>
          <a:ln/>
        </p:spPr>
      </p:sp>
      <p:sp>
        <p:nvSpPr>
          <p:cNvPr id="19" name="Text 15"/>
          <p:cNvSpPr/>
          <p:nvPr/>
        </p:nvSpPr>
        <p:spPr>
          <a:xfrm>
            <a:off x="3595688" y="2371725"/>
            <a:ext cx="27955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949D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Лопухов Денис и Лопатин Степан</a:t>
            </a:r>
            <a:endParaRPr lang="en-US" sz="1283" dirty="0"/>
          </a:p>
        </p:txBody>
      </p:sp>
      <p:sp>
        <p:nvSpPr>
          <p:cNvPr id="20" name="Text 16"/>
          <p:cNvSpPr/>
          <p:nvPr/>
        </p:nvSpPr>
        <p:spPr>
          <a:xfrm>
            <a:off x="3595688" y="2600325"/>
            <a:ext cx="2709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Наши разработчики, главные по кодингу нашего проекта.</a:t>
            </a:r>
            <a:endParaRPr lang="en-US" sz="1283" dirty="0"/>
          </a:p>
        </p:txBody>
      </p:sp>
      <p:sp>
        <p:nvSpPr>
          <p:cNvPr id="21" name="Shape 17"/>
          <p:cNvSpPr/>
          <p:nvPr/>
        </p:nvSpPr>
        <p:spPr>
          <a:xfrm rot="-5405115">
            <a:off x="6317354" y="1096896"/>
            <a:ext cx="2903104" cy="2208019"/>
          </a:xfrm>
          <a:prstGeom prst="roundRect">
            <a:avLst>
              <a:gd name="adj" fmla="val 6626"/>
            </a:avLst>
          </a:prstGeom>
          <a:solidFill>
            <a:srgbClr val="424242"/>
          </a:solidFill>
          <a:ln/>
        </p:spPr>
      </p:sp>
      <p:sp>
        <p:nvSpPr>
          <p:cNvPr id="22" name="Text 18"/>
          <p:cNvSpPr/>
          <p:nvPr/>
        </p:nvSpPr>
        <p:spPr>
          <a:xfrm>
            <a:off x="6800910" y="874279"/>
            <a:ext cx="19383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BA85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Гайворонский Алексей</a:t>
            </a:r>
            <a:endParaRPr lang="en-US" sz="1283" dirty="0"/>
          </a:p>
        </p:txBody>
      </p:sp>
      <p:sp>
        <p:nvSpPr>
          <p:cNvPr id="23" name="Text 19"/>
          <p:cNvSpPr/>
          <p:nvPr/>
        </p:nvSpPr>
        <p:spPr>
          <a:xfrm>
            <a:off x="6800910" y="1236229"/>
            <a:ext cx="20288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 дизайнер, разработал внешний вид продукта.</a:t>
            </a:r>
            <a:endParaRPr lang="en-US" sz="128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7C7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85102" y="3793997"/>
            <a:ext cx="5292859" cy="5125906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596063" y="2376488"/>
            <a:ext cx="8067888" cy="7556504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 rot="2675701">
            <a:off x="-1683400" y="1281388"/>
            <a:ext cx="7297338" cy="6445598"/>
          </a:xfrm>
          <a:prstGeom prst="star5">
            <a:avLst/>
          </a:prstGeom>
          <a:noFill/>
          <a:ln w="72390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 rot="-1723557">
            <a:off x="2392061" y="-2608744"/>
            <a:ext cx="3780890" cy="5769502"/>
          </a:xfrm>
          <a:prstGeom prst="rect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257550" y="1595438"/>
            <a:ext cx="2457450" cy="1114425"/>
          </a:xfrm>
          <a:prstGeom prst="roundRect">
            <a:avLst>
              <a:gd name="adj" fmla="val 19692"/>
            </a:avLst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2433638"/>
            <a:ext cx="228600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52"/>
              </a:lnSpc>
              <a:buNone/>
            </a:pPr>
            <a:r>
              <a:rPr lang="en-US" sz="1710" b="1" kern="0" spc="-34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 проект</a:t>
            </a:r>
            <a:endParaRPr lang="en-US" sz="1710" dirty="0"/>
          </a:p>
        </p:txBody>
      </p:sp>
      <p:sp>
        <p:nvSpPr>
          <p:cNvPr id="8" name="Shape 6"/>
          <p:cNvSpPr/>
          <p:nvPr/>
        </p:nvSpPr>
        <p:spPr>
          <a:xfrm>
            <a:off x="3390900" y="1724025"/>
            <a:ext cx="2324100" cy="762000"/>
          </a:xfrm>
          <a:prstGeom prst="rect">
            <a:avLst/>
          </a:prstGeom>
          <a:noFill/>
          <a:ln/>
        </p:spPr>
      </p:sp>
      <p:sp>
        <p:nvSpPr>
          <p:cNvPr id="9" name="Text 7"/>
          <p:cNvSpPr/>
          <p:nvPr/>
        </p:nvSpPr>
        <p:spPr>
          <a:xfrm>
            <a:off x="3390900" y="1724025"/>
            <a:ext cx="2324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Для кого создан наш сайт?</a:t>
            </a:r>
            <a:endParaRPr lang="en-US" sz="1283" dirty="0"/>
          </a:p>
        </p:txBody>
      </p:sp>
      <p:sp>
        <p:nvSpPr>
          <p:cNvPr id="10" name="Text 8"/>
          <p:cNvSpPr/>
          <p:nvPr/>
        </p:nvSpPr>
        <p:spPr>
          <a:xfrm>
            <a:off x="3390900" y="2028825"/>
            <a:ext cx="2324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6"/>
              </a:lnSpc>
              <a:buNone/>
            </a:pPr>
            <a:r>
              <a:rPr lang="en-US" sz="855" kern="0" spc="-4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Мы разработали сайт для студентов, которым приходится преодолевать большой путь до учебного корпуса.</a:t>
            </a:r>
            <a:endParaRPr lang="en-US" sz="855" dirty="0"/>
          </a:p>
        </p:txBody>
      </p:sp>
      <p:sp>
        <p:nvSpPr>
          <p:cNvPr id="11" name="Text 9"/>
          <p:cNvSpPr/>
          <p:nvPr/>
        </p:nvSpPr>
        <p:spPr>
          <a:xfrm>
            <a:off x="3257550" y="2800350"/>
            <a:ext cx="2457450" cy="1633538"/>
          </a:xfrm>
          <a:prstGeom prst="roundRect">
            <a:avLst>
              <a:gd name="adj" fmla="val 13434"/>
            </a:avLst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3390900" y="2800350"/>
            <a:ext cx="2324100" cy="1447800"/>
          </a:xfrm>
          <a:prstGeom prst="rect">
            <a:avLst/>
          </a:prstGeom>
          <a:noFill/>
          <a:ln/>
        </p:spPr>
      </p:sp>
      <p:sp>
        <p:nvSpPr>
          <p:cNvPr id="13" name="Text 11"/>
          <p:cNvSpPr/>
          <p:nvPr/>
        </p:nvSpPr>
        <p:spPr>
          <a:xfrm>
            <a:off x="3390900" y="2800350"/>
            <a:ext cx="2324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Почему мы взяли именно этот кейс?</a:t>
            </a:r>
            <a:endParaRPr lang="en-US" sz="1283" dirty="0"/>
          </a:p>
        </p:txBody>
      </p:sp>
      <p:sp>
        <p:nvSpPr>
          <p:cNvPr id="14" name="Text 12"/>
          <p:cNvSpPr/>
          <p:nvPr/>
        </p:nvSpPr>
        <p:spPr>
          <a:xfrm>
            <a:off x="3390900" y="3333750"/>
            <a:ext cx="23241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6"/>
              </a:lnSpc>
              <a:buNone/>
            </a:pPr>
            <a:r>
              <a:rPr lang="en-US" sz="855" kern="0" spc="-4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Мы сможем помочь 5000 студентам УрФУ, у которых нет автомобиля, не опаздывать на занятия и комфортно добираться до вуза. Кроме того, наш сервис даёт возможность заводить новые знакомства.</a:t>
            </a:r>
            <a:endParaRPr lang="en-US" sz="855" dirty="0"/>
          </a:p>
        </p:txBody>
      </p:sp>
      <p:sp>
        <p:nvSpPr>
          <p:cNvPr id="15" name="Text 13"/>
          <p:cNvSpPr/>
          <p:nvPr/>
        </p:nvSpPr>
        <p:spPr>
          <a:xfrm>
            <a:off x="6076950" y="2800350"/>
            <a:ext cx="2457450" cy="1633538"/>
          </a:xfrm>
          <a:prstGeom prst="roundRect">
            <a:avLst>
              <a:gd name="adj" fmla="val 13434"/>
            </a:avLst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385705" y="3090088"/>
            <a:ext cx="6691654" cy="6267503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6210300" y="2800350"/>
            <a:ext cx="2324100" cy="1524000"/>
          </a:xfrm>
          <a:prstGeom prst="rect">
            <a:avLst/>
          </a:prstGeom>
          <a:noFill/>
          <a:ln/>
        </p:spPr>
      </p:sp>
      <p:sp>
        <p:nvSpPr>
          <p:cNvPr id="18" name="Text 16"/>
          <p:cNvSpPr/>
          <p:nvPr/>
        </p:nvSpPr>
        <p:spPr>
          <a:xfrm>
            <a:off x="6210300" y="2800350"/>
            <a:ext cx="2324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Почему именно мы?</a:t>
            </a:r>
            <a:endParaRPr lang="en-US" sz="1283" dirty="0"/>
          </a:p>
        </p:txBody>
      </p:sp>
      <p:sp>
        <p:nvSpPr>
          <p:cNvPr id="19" name="Text 17"/>
          <p:cNvSpPr/>
          <p:nvPr/>
        </p:nvSpPr>
        <p:spPr>
          <a:xfrm>
            <a:off x="6210300" y="3105150"/>
            <a:ext cx="23241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6"/>
              </a:lnSpc>
              <a:buNone/>
            </a:pPr>
            <a:r>
              <a:rPr lang="en-US" sz="855" kern="0" spc="-4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Стандартные сервисы такси завышают цены в час пик. Наша команда предлагает более низкую стоимость поездки студентам, компенсацию водителям за бензин, опцию шеринга поездки (Split Fare) с однокурсниками из того же общежития и маршруты «общежитие — корпус».</a:t>
            </a:r>
            <a:endParaRPr lang="en-US" sz="855" dirty="0"/>
          </a:p>
        </p:txBody>
      </p:sp>
      <p:sp>
        <p:nvSpPr>
          <p:cNvPr id="20" name="Text 18"/>
          <p:cNvSpPr/>
          <p:nvPr/>
        </p:nvSpPr>
        <p:spPr>
          <a:xfrm>
            <a:off x="6076950" y="1595438"/>
            <a:ext cx="2457450" cy="1114425"/>
          </a:xfrm>
          <a:prstGeom prst="roundRect">
            <a:avLst>
              <a:gd name="adj" fmla="val 19692"/>
            </a:avLst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6210300" y="1724025"/>
            <a:ext cx="2324100" cy="762000"/>
          </a:xfrm>
          <a:prstGeom prst="rect">
            <a:avLst/>
          </a:prstGeom>
          <a:noFill/>
          <a:ln/>
        </p:spPr>
      </p:sp>
      <p:sp>
        <p:nvSpPr>
          <p:cNvPr id="22" name="Text 20"/>
          <p:cNvSpPr/>
          <p:nvPr/>
        </p:nvSpPr>
        <p:spPr>
          <a:xfrm>
            <a:off x="6210300" y="1724025"/>
            <a:ext cx="2324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Для чего наш сервис?</a:t>
            </a:r>
            <a:endParaRPr lang="en-US" sz="1283" dirty="0"/>
          </a:p>
        </p:txBody>
      </p:sp>
      <p:sp>
        <p:nvSpPr>
          <p:cNvPr id="23" name="Text 21"/>
          <p:cNvSpPr/>
          <p:nvPr/>
        </p:nvSpPr>
        <p:spPr>
          <a:xfrm>
            <a:off x="6210300" y="2028825"/>
            <a:ext cx="2324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6"/>
              </a:lnSpc>
              <a:buNone/>
            </a:pPr>
            <a:r>
              <a:rPr lang="en-US" sz="855" kern="0" spc="-4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 нашего сервиса — помочь студентам сократить расходы и время на дорогу до 2 часов в день.</a:t>
            </a:r>
            <a:endParaRPr lang="en-US" sz="85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7C7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 rot="2675701">
            <a:off x="-1683400" y="1281388"/>
            <a:ext cx="7297338" cy="6445598"/>
          </a:xfrm>
          <a:prstGeom prst="star5">
            <a:avLst/>
          </a:prstGeom>
          <a:noFill/>
          <a:ln w="72390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19088" y="2181225"/>
            <a:ext cx="5534025" cy="1271588"/>
          </a:xfrm>
          <a:prstGeom prst="roundRect">
            <a:avLst>
              <a:gd name="adj" fmla="val 23011"/>
            </a:avLst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80" b="1" dirty="0">
                <a:solidFill>
                  <a:schemeClr val="bg1"/>
                </a:solidFill>
                <a:latin typeface="Inter" panose="020B0604020202020204" charset="0"/>
                <a:ea typeface="Inter" panose="020B0604020202020204" charset="0"/>
                <a:cs typeface="Inter" panose="020B0604020202020204" charset="0"/>
              </a:rPr>
              <a:t>Поиск поездки. Укажи, откуда и куда ты хочешь поехать (например, «от дома до УрФУ») и желаемое время (можно подстроить под начало пары). Система покажет подходящие варианты от других пользователей.</a:t>
            </a:r>
          </a:p>
        </p:txBody>
      </p:sp>
      <p:sp>
        <p:nvSpPr>
          <p:cNvPr id="4" name="Text 2"/>
          <p:cNvSpPr/>
          <p:nvPr/>
        </p:nvSpPr>
        <p:spPr>
          <a:xfrm rot="-1723557">
            <a:off x="5640086" y="-884719"/>
            <a:ext cx="3780890" cy="5769502"/>
          </a:xfrm>
          <a:prstGeom prst="rect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-5767387" y="-4986337"/>
            <a:ext cx="8067888" cy="7556504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19088" y="1395413"/>
            <a:ext cx="5534025" cy="661988"/>
          </a:xfrm>
          <a:prstGeom prst="roundRect">
            <a:avLst>
              <a:gd name="adj" fmla="val 44201"/>
            </a:avLst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-4278348" y="-3568828"/>
            <a:ext cx="5292859" cy="5125906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-4977745" y="-4272737"/>
            <a:ext cx="6691654" cy="6267503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95288" y="242888"/>
            <a:ext cx="323850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2"/>
              </a:lnSpc>
              <a:buNone/>
            </a:pPr>
            <a:r>
              <a:rPr lang="en-US" sz="1710" b="1" kern="0" spc="-34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Мобильный дизайн</a:t>
            </a:r>
            <a:endParaRPr lang="en-US" sz="171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81763" y="676275"/>
            <a:ext cx="2054228" cy="4216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9088" y="609600"/>
            <a:ext cx="5534025" cy="661988"/>
          </a:xfrm>
          <a:prstGeom prst="roundRect">
            <a:avLst>
              <a:gd name="adj" fmla="val 44201"/>
            </a:avLst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395288" y="1533525"/>
            <a:ext cx="54578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kern="0" spc="-2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После нажатия «Войти» вас перекинет на основной экран приложения.</a:t>
            </a:r>
            <a:endParaRPr lang="en-US" sz="1283" dirty="0"/>
          </a:p>
        </p:txBody>
      </p:sp>
      <p:sp>
        <p:nvSpPr>
          <p:cNvPr id="13" name="Text 10"/>
          <p:cNvSpPr/>
          <p:nvPr/>
        </p:nvSpPr>
        <p:spPr>
          <a:xfrm>
            <a:off x="395288" y="676275"/>
            <a:ext cx="54578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3"/>
              </a:lnSpc>
              <a:buNone/>
            </a:pPr>
            <a:r>
              <a:rPr lang="en-US" sz="1283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 главной странице находится форма входа с полями «Логин» и «Пароль» и кнопкой «Войти».</a:t>
            </a:r>
            <a:endParaRPr lang="en-US" sz="1283" dirty="0"/>
          </a:p>
        </p:txBody>
      </p:sp>
      <p:sp>
        <p:nvSpPr>
          <p:cNvPr id="14" name="Text 11"/>
          <p:cNvSpPr/>
          <p:nvPr/>
        </p:nvSpPr>
        <p:spPr>
          <a:xfrm>
            <a:off x="319088" y="3576638"/>
            <a:ext cx="5534025" cy="661988"/>
          </a:xfrm>
          <a:prstGeom prst="roundRect">
            <a:avLst>
              <a:gd name="adj" fmla="val 44201"/>
            </a:avLst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80" b="1" dirty="0">
                <a:solidFill>
                  <a:schemeClr val="bg1"/>
                </a:solidFill>
                <a:latin typeface="Inter" panose="020B0604020202020204" charset="0"/>
                <a:ea typeface="Inter" panose="020B0604020202020204" charset="0"/>
                <a:cs typeface="Inter" panose="020B0604020202020204" charset="0"/>
              </a:rPr>
              <a:t>Создание своей поездки. Если ты сам едешь и хочешь взять попутчиков, нажми кнопку «Создать Поездку»</a:t>
            </a:r>
          </a:p>
        </p:txBody>
      </p:sp>
      <p:sp>
        <p:nvSpPr>
          <p:cNvPr id="15" name="Text 12"/>
          <p:cNvSpPr/>
          <p:nvPr/>
        </p:nvSpPr>
        <p:spPr>
          <a:xfrm>
            <a:off x="319088" y="4343400"/>
            <a:ext cx="5534025" cy="661988"/>
          </a:xfrm>
          <a:prstGeom prst="roundRect">
            <a:avLst>
              <a:gd name="adj" fmla="val 44201"/>
            </a:avLst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80" b="1" dirty="0">
                <a:solidFill>
                  <a:schemeClr val="bg1"/>
                </a:solidFill>
                <a:latin typeface="Inter" panose="020B0604020202020204" charset="0"/>
                <a:ea typeface="Inter" panose="020B0604020202020204" charset="0"/>
                <a:cs typeface="Inter" panose="020B0604020202020204" charset="0"/>
              </a:rPr>
              <a:t>Мои поездки. У пользователя есть возможность увидеть историю его поездок.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7C7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 rot="3922776">
            <a:off x="-2408734" y="1070082"/>
            <a:ext cx="7297338" cy="6445598"/>
          </a:xfrm>
          <a:prstGeom prst="star5">
            <a:avLst/>
          </a:prstGeom>
          <a:noFill/>
          <a:ln w="72390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 rot="2665823">
            <a:off x="4860347" y="-1977855"/>
            <a:ext cx="3780890" cy="5769502"/>
          </a:xfrm>
          <a:prstGeom prst="rect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967413" y="357188"/>
            <a:ext cx="32385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104"/>
              </a:lnSpc>
              <a:buNone/>
            </a:pPr>
            <a:r>
              <a:rPr lang="en-US" sz="3420" b="1" kern="0" spc="-68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Ответы на вопросы</a:t>
            </a:r>
            <a:endParaRPr lang="en-US" sz="3420" dirty="0"/>
          </a:p>
        </p:txBody>
      </p:sp>
      <p:sp>
        <p:nvSpPr>
          <p:cNvPr id="5" name="Text 3"/>
          <p:cNvSpPr/>
          <p:nvPr/>
        </p:nvSpPr>
        <p:spPr>
          <a:xfrm>
            <a:off x="8085102" y="3793997"/>
            <a:ext cx="5292859" cy="5125906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85707" y="3090088"/>
            <a:ext cx="6691654" cy="6267503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596063" y="2376488"/>
            <a:ext cx="8067888" cy="7556504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2938463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7C7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5767387" y="-4986337"/>
            <a:ext cx="8067888" cy="7556504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-4278348" y="-3568828"/>
            <a:ext cx="5292859" cy="5125906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-4977743" y="-4272737"/>
            <a:ext cx="6691654" cy="6267503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 rot="2675701">
            <a:off x="-354662" y="505100"/>
            <a:ext cx="7297338" cy="6445598"/>
          </a:xfrm>
          <a:prstGeom prst="star5">
            <a:avLst/>
          </a:prstGeom>
          <a:noFill/>
          <a:ln w="72390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мы старались &lt;3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 rot="-1723557">
            <a:off x="4525661" y="-1375256"/>
            <a:ext cx="3780890" cy="5769502"/>
          </a:xfrm>
          <a:prstGeom prst="rect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624138" y="1900238"/>
            <a:ext cx="3667125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104"/>
              </a:lnSpc>
              <a:buNone/>
            </a:pPr>
            <a:r>
              <a:rPr lang="en-US" sz="3420" b="1" kern="0" spc="-68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Спасибо за внимание!</a:t>
            </a:r>
            <a:endParaRPr lang="en-US" sz="34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367</Words>
  <Application>Microsoft Office PowerPoint</Application>
  <PresentationFormat>On-screen Show (16:9)</PresentationFormat>
  <Paragraphs>53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Inter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Алексей</cp:lastModifiedBy>
  <cp:revision>2</cp:revision>
  <dcterms:created xsi:type="dcterms:W3CDTF">2026-09-04T11:38:41Z</dcterms:created>
  <dcterms:modified xsi:type="dcterms:W3CDTF">2026-09-04T11:42:40Z</dcterms:modified>
</cp:coreProperties>
</file>