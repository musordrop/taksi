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Inter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rId1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internal:username_regular/twiizzyyyy@108170064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C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185358">
            <a:off x="-2218848" y="-2031883"/>
            <a:ext cx="3780890" cy="5769502"/>
          </a:xfrm>
          <a:prstGeom prst="rect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5715000" cy="900113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MusorDrop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609600" y="1271588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 10 Студенческий райдшеринг &lt;&lt;Попутка ИИ&gt;&gt;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8085102" y="3793997"/>
            <a:ext cx="5292859" cy="5125906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85705" y="3090088"/>
            <a:ext cx="6691654" cy="6267503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96063" y="2376488"/>
            <a:ext cx="8067888" cy="7556504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48388" y="609600"/>
            <a:ext cx="1938337" cy="1819275"/>
          </a:xfrm>
          <a:prstGeom prst="roundRect">
            <a:avLst>
              <a:gd name="adj" fmla="val 16084"/>
            </a:avLst>
          </a:prstGeom>
          <a:solidFill>
            <a:srgbClr val="6363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QR CODE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 rot="2675701">
            <a:off x="-340375" y="2548213"/>
            <a:ext cx="7297338" cy="6445598"/>
          </a:xfrm>
          <a:prstGeom prst="star5">
            <a:avLst/>
          </a:prstGeom>
          <a:noFill/>
          <a:ln w="72390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025" y="1747838"/>
          <a:ext cx="5305425" cy="2933700"/>
        </p:xfrm>
        <a:graphic>
          <a:graphicData uri="http://schemas.openxmlformats.org/drawingml/2006/table">
            <a:tbl>
              <a:tblPr/>
              <a:tblGrid>
                <a:gridCol w="2195513"/>
                <a:gridCol w="1676400"/>
                <a:gridCol w="1433513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FF2E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Тикот Максим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FF2E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Тимлид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u="sng" spc="-26" kern="0" dirty="0">
                          <a:solidFill>
                            <a:srgbClr val="FF2E0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@twiizzyyyy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6A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Цыренов Тимур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6A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Промт-инженер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6A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@timatsy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6A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Пушкарёв Егор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6A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Промт-инженер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6A0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@tolkatelZ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6F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Гайворонский Алексей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6F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Дизайнер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6F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@zam_kolobka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F44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Ефремов Тимофей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F44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Аналитик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08F44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@EFREMOFFT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9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Лопухов Денис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9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Разработчик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9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@Gupkagrop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9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Лопатин Степан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9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Разработчик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93"/>
                        </a:lnSpc>
                        <a:buNone/>
                      </a:pPr>
                      <a:r>
                        <a:rPr lang="en-US" sz="1283" b="1" spc="-26" kern="0" dirty="0">
                          <a:solidFill>
                            <a:srgbClr val="0900FF">
                              <a:alpha val="99000"/>
                            </a:srgbClr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@jfkdkrn67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7C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 rot="2675701">
            <a:off x="-1683400" y="1281388"/>
            <a:ext cx="7297338" cy="6445598"/>
          </a:xfrm>
          <a:prstGeom prst="star5">
            <a:avLst/>
          </a:prstGeom>
          <a:noFill/>
          <a:ln w="72390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 rot="-1723557">
            <a:off x="5640086" y="-884719"/>
            <a:ext cx="3780890" cy="5769502"/>
          </a:xfrm>
          <a:prstGeom prst="rect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-4278348" y="-3568828"/>
            <a:ext cx="5292859" cy="5125906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-4977745" y="-4272737"/>
            <a:ext cx="6691654" cy="6267503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-5767387" y="-4986337"/>
            <a:ext cx="8067888" cy="7556504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963" y="762000"/>
            <a:ext cx="2862263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32724">
            <a:off x="608042" y="1093573"/>
            <a:ext cx="2626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284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тимлид, человек без которого все мы бы не собрались.</a:t>
            </a:r>
            <a:endParaRPr lang="en-US" sz="1284" dirty="0"/>
          </a:p>
        </p:txBody>
      </p:sp>
      <p:sp>
        <p:nvSpPr>
          <p:cNvPr id="10" name="Text 6"/>
          <p:cNvSpPr/>
          <p:nvPr/>
        </p:nvSpPr>
        <p:spPr>
          <a:xfrm>
            <a:off x="609600" y="852488"/>
            <a:ext cx="2462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2E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Тикот Максим</a:t>
            </a:r>
            <a:endParaRPr lang="en-US" sz="1283" dirty="0"/>
          </a:p>
        </p:txBody>
      </p:sp>
      <p:sp>
        <p:nvSpPr>
          <p:cNvPr id="11" name="Text 7"/>
          <p:cNvSpPr/>
          <p:nvPr/>
        </p:nvSpPr>
        <p:spPr>
          <a:xfrm>
            <a:off x="500063" y="2667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команда</a:t>
            </a:r>
            <a:endParaRPr lang="en-US" sz="2138" dirty="0"/>
          </a:p>
        </p:txBody>
      </p:sp>
      <p:sp>
        <p:nvSpPr>
          <p:cNvPr id="12" name="Shape 8"/>
          <p:cNvSpPr/>
          <p:nvPr/>
        </p:nvSpPr>
        <p:spPr>
          <a:xfrm>
            <a:off x="3500438" y="762000"/>
            <a:ext cx="2990850" cy="1371600"/>
          </a:xfrm>
          <a:prstGeom prst="roundRect">
            <a:avLst>
              <a:gd name="adj" fmla="val 10667"/>
            </a:avLst>
          </a:prstGeom>
          <a:solidFill>
            <a:srgbClr val="424242"/>
          </a:solidFill>
          <a:ln/>
        </p:spPr>
      </p:sp>
      <p:sp>
        <p:nvSpPr>
          <p:cNvPr id="13" name="Text 9"/>
          <p:cNvSpPr/>
          <p:nvPr/>
        </p:nvSpPr>
        <p:spPr>
          <a:xfrm>
            <a:off x="3629025" y="881063"/>
            <a:ext cx="2862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86A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Цыренов Тимур и Пушкарёв Егор</a:t>
            </a:r>
            <a:endParaRPr lang="en-US" sz="1283" dirty="0"/>
          </a:p>
        </p:txBody>
      </p:sp>
      <p:sp>
        <p:nvSpPr>
          <p:cNvPr id="14" name="Text 10"/>
          <p:cNvSpPr/>
          <p:nvPr/>
        </p:nvSpPr>
        <p:spPr>
          <a:xfrm>
            <a:off x="3629025" y="1109663"/>
            <a:ext cx="255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Наши промт-инженеры, всегда помогали в трудную минуту.</a:t>
            </a:r>
            <a:endParaRPr lang="en-US" sz="1283" dirty="0"/>
          </a:p>
        </p:txBody>
      </p:sp>
      <p:sp>
        <p:nvSpPr>
          <p:cNvPr id="15" name="Shape 11"/>
          <p:cNvSpPr/>
          <p:nvPr/>
        </p:nvSpPr>
        <p:spPr>
          <a:xfrm>
            <a:off x="461963" y="2286000"/>
            <a:ext cx="2862263" cy="1371600"/>
          </a:xfrm>
          <a:prstGeom prst="roundRect">
            <a:avLst>
              <a:gd name="adj" fmla="val 10667"/>
            </a:avLst>
          </a:prstGeom>
          <a:solidFill>
            <a:srgbClr val="424242"/>
          </a:solidFill>
          <a:ln/>
        </p:spPr>
      </p:sp>
      <p:sp>
        <p:nvSpPr>
          <p:cNvPr id="16" name="Text 12"/>
          <p:cNvSpPr/>
          <p:nvPr/>
        </p:nvSpPr>
        <p:spPr>
          <a:xfrm>
            <a:off x="581025" y="24003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8F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Ефремов Тимофей</a:t>
            </a:r>
            <a:endParaRPr lang="en-US" sz="1283" dirty="0"/>
          </a:p>
        </p:txBody>
      </p:sp>
      <p:sp>
        <p:nvSpPr>
          <p:cNvPr id="17" name="Text 13"/>
          <p:cNvSpPr/>
          <p:nvPr/>
        </p:nvSpPr>
        <p:spPr>
          <a:xfrm>
            <a:off x="581025" y="2628900"/>
            <a:ext cx="2557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аналитик, собирал и анализировал данные.</a:t>
            </a:r>
            <a:endParaRPr lang="en-US" sz="1283" dirty="0"/>
          </a:p>
        </p:txBody>
      </p:sp>
      <p:sp>
        <p:nvSpPr>
          <p:cNvPr id="18" name="Shape 14"/>
          <p:cNvSpPr/>
          <p:nvPr/>
        </p:nvSpPr>
        <p:spPr>
          <a:xfrm>
            <a:off x="3500438" y="2286000"/>
            <a:ext cx="2990850" cy="1371600"/>
          </a:xfrm>
          <a:prstGeom prst="roundRect">
            <a:avLst>
              <a:gd name="adj" fmla="val 10667"/>
            </a:avLst>
          </a:prstGeom>
          <a:solidFill>
            <a:srgbClr val="424242"/>
          </a:solidFill>
          <a:ln/>
        </p:spPr>
      </p:sp>
      <p:sp>
        <p:nvSpPr>
          <p:cNvPr id="19" name="Text 15"/>
          <p:cNvSpPr/>
          <p:nvPr/>
        </p:nvSpPr>
        <p:spPr>
          <a:xfrm>
            <a:off x="3595688" y="2371725"/>
            <a:ext cx="2795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949D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Лопухов Денис и Лопатин Степан</a:t>
            </a:r>
            <a:endParaRPr lang="en-US" sz="1283" dirty="0"/>
          </a:p>
        </p:txBody>
      </p:sp>
      <p:sp>
        <p:nvSpPr>
          <p:cNvPr id="20" name="Text 16"/>
          <p:cNvSpPr/>
          <p:nvPr/>
        </p:nvSpPr>
        <p:spPr>
          <a:xfrm>
            <a:off x="3595688" y="2600325"/>
            <a:ext cx="2709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Наши разработчики, главные по кодингу нашего проекта.</a:t>
            </a:r>
            <a:endParaRPr lang="en-US" sz="1283" dirty="0"/>
          </a:p>
        </p:txBody>
      </p:sp>
      <p:sp>
        <p:nvSpPr>
          <p:cNvPr id="21" name="Shape 17"/>
          <p:cNvSpPr/>
          <p:nvPr/>
        </p:nvSpPr>
        <p:spPr>
          <a:xfrm rot="-5405115">
            <a:off x="6317354" y="1096896"/>
            <a:ext cx="2903104" cy="2208019"/>
          </a:xfrm>
          <a:prstGeom prst="roundRect">
            <a:avLst>
              <a:gd name="adj" fmla="val 6626"/>
            </a:avLst>
          </a:prstGeom>
          <a:solidFill>
            <a:srgbClr val="424242"/>
          </a:solidFill>
          <a:ln/>
        </p:spPr>
      </p:sp>
      <p:sp>
        <p:nvSpPr>
          <p:cNvPr id="22" name="Text 18"/>
          <p:cNvSpPr/>
          <p:nvPr/>
        </p:nvSpPr>
        <p:spPr>
          <a:xfrm rot="0">
            <a:off x="6800910" y="874279"/>
            <a:ext cx="1938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BA85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Гайворонский Алексей</a:t>
            </a:r>
            <a:endParaRPr lang="en-US" sz="1283" dirty="0"/>
          </a:p>
        </p:txBody>
      </p:sp>
      <p:sp>
        <p:nvSpPr>
          <p:cNvPr id="23" name="Text 19"/>
          <p:cNvSpPr/>
          <p:nvPr/>
        </p:nvSpPr>
        <p:spPr>
          <a:xfrm rot="0">
            <a:off x="6800910" y="1236229"/>
            <a:ext cx="2028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дизайнер, разработал внешний вид продукта.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7C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5102" y="3793997"/>
            <a:ext cx="5292859" cy="5125906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96063" y="2376488"/>
            <a:ext cx="8067888" cy="7556504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 rot="-1723557">
            <a:off x="2392061" y="-2608744"/>
            <a:ext cx="3780890" cy="5769502"/>
          </a:xfrm>
          <a:prstGeom prst="rect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57550" y="1595438"/>
            <a:ext cx="2457450" cy="1114425"/>
          </a:xfrm>
          <a:prstGeom prst="roundRect">
            <a:avLst>
              <a:gd name="adj" fmla="val 19692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550" y="1900238"/>
            <a:ext cx="2286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проект</a:t>
            </a:r>
            <a:endParaRPr lang="en-US" sz="1710" dirty="0"/>
          </a:p>
        </p:txBody>
      </p:sp>
      <p:sp>
        <p:nvSpPr>
          <p:cNvPr id="7" name="Shape 5"/>
          <p:cNvSpPr/>
          <p:nvPr/>
        </p:nvSpPr>
        <p:spPr>
          <a:xfrm>
            <a:off x="3390900" y="1724025"/>
            <a:ext cx="2324100" cy="7620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33909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кого создан наш сайт?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3390900" y="202882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разработали сайт для студентов, которым приходится преодолевать большой путь до учебного корпуса.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3257550" y="2800350"/>
            <a:ext cx="2457450" cy="1633538"/>
          </a:xfrm>
          <a:prstGeom prst="roundRect">
            <a:avLst>
              <a:gd name="adj" fmla="val 13434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6950" y="2800350"/>
            <a:ext cx="2457450" cy="1633538"/>
          </a:xfrm>
          <a:prstGeom prst="roundRect">
            <a:avLst>
              <a:gd name="adj" fmla="val 13434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85705" y="3090088"/>
            <a:ext cx="6691654" cy="6267503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0300" y="2800350"/>
            <a:ext cx="2324100" cy="1524000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2103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именно мы?</a:t>
            </a:r>
            <a:endParaRPr lang="en-US" sz="1283" dirty="0"/>
          </a:p>
        </p:txBody>
      </p:sp>
      <p:sp>
        <p:nvSpPr>
          <p:cNvPr id="15" name="Text 13"/>
          <p:cNvSpPr/>
          <p:nvPr/>
        </p:nvSpPr>
        <p:spPr>
          <a:xfrm>
            <a:off x="6210300" y="3105150"/>
            <a:ext cx="23241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Стандартные сервисы такси завышают цены в час пик. Наша команда предлагает более низкую стоимость поездки студентам, компенсацию водителям за бензин, опцию шеринга поездки (Split Fare) с однокурсниками из того же общежития и маршруты «общежитие — корпус».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6076950" y="1595438"/>
            <a:ext cx="2457450" cy="1114425"/>
          </a:xfrm>
          <a:prstGeom prst="roundRect">
            <a:avLst>
              <a:gd name="adj" fmla="val 19692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0300" y="1724025"/>
            <a:ext cx="2324100" cy="762000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2103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чего наш сервис?</a:t>
            </a:r>
            <a:endParaRPr lang="en-US" sz="1283" dirty="0"/>
          </a:p>
        </p:txBody>
      </p:sp>
      <p:sp>
        <p:nvSpPr>
          <p:cNvPr id="19" name="Text 17"/>
          <p:cNvSpPr/>
          <p:nvPr/>
        </p:nvSpPr>
        <p:spPr>
          <a:xfrm>
            <a:off x="6210300" y="2028825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нашего сервиса — помочь студентам сократить расходы и время на дорогу до 2 часов в день.</a:t>
            </a:r>
            <a:endParaRPr lang="en-US" sz="85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050" y="2333625"/>
            <a:ext cx="1714500" cy="16525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 rot="2675701">
            <a:off x="-2869262" y="-61637"/>
            <a:ext cx="7297338" cy="6445598"/>
          </a:xfrm>
          <a:prstGeom prst="star5">
            <a:avLst/>
          </a:prstGeom>
          <a:noFill/>
          <a:ln w="72390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390900" y="2800350"/>
            <a:ext cx="2324100" cy="1447800"/>
          </a:xfrm>
          <a:prstGeom prst="rect">
            <a:avLst/>
          </a:prstGeom>
          <a:noFill/>
          <a:ln/>
        </p:spPr>
      </p:sp>
      <p:sp>
        <p:nvSpPr>
          <p:cNvPr id="23" name="Text 20"/>
          <p:cNvSpPr/>
          <p:nvPr/>
        </p:nvSpPr>
        <p:spPr>
          <a:xfrm>
            <a:off x="3390900" y="2800350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мы взяли именно этот кейс?</a:t>
            </a:r>
            <a:endParaRPr lang="en-US" sz="1283" dirty="0"/>
          </a:p>
        </p:txBody>
      </p:sp>
      <p:sp>
        <p:nvSpPr>
          <p:cNvPr id="24" name="Text 21"/>
          <p:cNvSpPr/>
          <p:nvPr/>
        </p:nvSpPr>
        <p:spPr>
          <a:xfrm>
            <a:off x="3390900" y="3333750"/>
            <a:ext cx="2324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сможем помочь 5000 студентам УрФУ, у которых нет автомобиля, не опаздывать на занятия и комфортно добираться до вуза. Кроме того, наш сервис даёт возможность заводить новые знакомства.</a:t>
            </a:r>
            <a:endParaRPr lang="en-US" sz="85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7C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675701">
            <a:off x="-1683400" y="1281388"/>
            <a:ext cx="7297338" cy="6445598"/>
          </a:xfrm>
          <a:prstGeom prst="star5">
            <a:avLst/>
          </a:prstGeom>
          <a:noFill/>
          <a:ln w="72390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9088" y="2181225"/>
            <a:ext cx="5634038" cy="1214438"/>
          </a:xfrm>
          <a:prstGeom prst="roundRect">
            <a:avLst>
              <a:gd name="adj" fmla="val 24094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2352675"/>
            <a:ext cx="54578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поездки. Укажи, откуда и куда ты хочешь поехать (например, «от дома до УрФУ») и желаемое время (можно подстроить под начало пары). Система покажет подходящие варианты от других пользователей.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 rot="-1723557">
            <a:off x="5640086" y="-884719"/>
            <a:ext cx="3780890" cy="5769502"/>
          </a:xfrm>
          <a:prstGeom prst="rect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5767387" y="-4986337"/>
            <a:ext cx="8067888" cy="7556504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9088" y="1395413"/>
            <a:ext cx="5634038" cy="661988"/>
          </a:xfrm>
          <a:prstGeom prst="roundRect">
            <a:avLst>
              <a:gd name="adj" fmla="val 44201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-4278348" y="-3568828"/>
            <a:ext cx="5292859" cy="5125906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-4977745" y="-4272737"/>
            <a:ext cx="6691654" cy="6267503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5288" y="24288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Мобильный дизайн</a:t>
            </a:r>
            <a:endParaRPr lang="en-US" sz="171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1763" y="676275"/>
            <a:ext cx="2054225" cy="4216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9088" y="609600"/>
            <a:ext cx="5634038" cy="661988"/>
          </a:xfrm>
          <a:prstGeom prst="roundRect">
            <a:avLst>
              <a:gd name="adj" fmla="val 44201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5300" y="1500188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нажатия «Войти» вас перекинет на основной экран приложения.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495300" y="714375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главной странице находится форма входа с полями «Логин» и «Пароль» и кнопкой «Войти».</a:t>
            </a:r>
            <a:endParaRPr lang="en-US" sz="1283" dirty="0"/>
          </a:p>
        </p:txBody>
      </p:sp>
      <p:sp>
        <p:nvSpPr>
          <p:cNvPr id="15" name="Text 12"/>
          <p:cNvSpPr/>
          <p:nvPr/>
        </p:nvSpPr>
        <p:spPr>
          <a:xfrm>
            <a:off x="319088" y="3519488"/>
            <a:ext cx="5634038" cy="661988"/>
          </a:xfrm>
          <a:prstGeom prst="roundRect">
            <a:avLst>
              <a:gd name="adj" fmla="val 44201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19088" y="4305300"/>
            <a:ext cx="5634038" cy="661988"/>
          </a:xfrm>
          <a:prstGeom prst="roundRect">
            <a:avLst>
              <a:gd name="adj" fmla="val 44201"/>
            </a:avLst>
          </a:prstGeom>
          <a:solidFill>
            <a:srgbClr val="4242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5300" y="4410075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поездки. У пользователя есть возможность увидеть историю его поездок.</a:t>
            </a:r>
            <a:endParaRPr lang="en-US" sz="1283" dirty="0"/>
          </a:p>
        </p:txBody>
      </p:sp>
      <p:sp>
        <p:nvSpPr>
          <p:cNvPr id="18" name="Text 15"/>
          <p:cNvSpPr/>
          <p:nvPr/>
        </p:nvSpPr>
        <p:spPr>
          <a:xfrm>
            <a:off x="495300" y="3614738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своей поездки. Если ты сам едешь и хочешь взять попутчиков, нажми кнопку «Создать Поездку»</a:t>
            </a:r>
            <a:endParaRPr lang="en-US" sz="12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7C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3922776">
            <a:off x="-2408734" y="1070082"/>
            <a:ext cx="7297338" cy="6445598"/>
          </a:xfrm>
          <a:prstGeom prst="star5">
            <a:avLst/>
          </a:prstGeom>
          <a:noFill/>
          <a:ln w="72390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2665823">
            <a:off x="4860347" y="-1977855"/>
            <a:ext cx="3780890" cy="5769502"/>
          </a:xfrm>
          <a:prstGeom prst="rect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7413" y="357188"/>
            <a:ext cx="3238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Ответы на вопросы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8085102" y="3793997"/>
            <a:ext cx="5292859" cy="5125906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85707" y="3090088"/>
            <a:ext cx="6691654" cy="6267503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96063" y="2376488"/>
            <a:ext cx="8067888" cy="7556504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846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7C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67387" y="-4986337"/>
            <a:ext cx="8067888" cy="7556504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4278348" y="-3568828"/>
            <a:ext cx="5292859" cy="5125906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4977743" y="-4272737"/>
            <a:ext cx="6691654" cy="6267503"/>
          </a:xfrm>
          <a:prstGeom prst="ellipse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 rot="2675701">
            <a:off x="-354662" y="505100"/>
            <a:ext cx="7297338" cy="6445598"/>
          </a:xfrm>
          <a:prstGeom prst="star5">
            <a:avLst/>
          </a:prstGeom>
          <a:noFill/>
          <a:ln w="72390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мы старались &lt;3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 rot="-1723557">
            <a:off x="4525661" y="-1375256"/>
            <a:ext cx="3780890" cy="5769502"/>
          </a:xfrm>
          <a:prstGeom prst="rect">
            <a:avLst/>
          </a:prstGeom>
          <a:noFill/>
          <a:ln w="108585">
            <a:solidFill>
              <a:srgbClr val="0C8C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24138" y="1900238"/>
            <a:ext cx="36671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 за внимание!</a:t>
            </a:r>
            <a:endParaRPr lang="en-US" sz="3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2026-09-05T18:26:15Z</dcterms:created>
  <dcterms:modified xsi:type="dcterms:W3CDTF">2026-09-05T18:26:15Z</dcterms:modified>
</cp:coreProperties>
</file>