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embeddedFontLst>
    <p:embeddedFont>
      <p:font typeface="Inter"/>
      <p:regular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font" Target="fonts/rId1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C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609600"/>
            <a:ext cx="5715000" cy="900113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609600"/>
            <a:ext cx="57150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4"/>
              </a:lnSpc>
              <a:buNone/>
            </a:pPr>
            <a:r>
              <a:rPr lang="en-US" sz="3420" b="1" spc="-68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MusorDrop</a:t>
            </a:r>
            <a:endParaRPr lang="en-US" sz="3420" dirty="0"/>
          </a:p>
        </p:txBody>
      </p:sp>
      <p:sp>
        <p:nvSpPr>
          <p:cNvPr id="4" name="Text 2"/>
          <p:cNvSpPr/>
          <p:nvPr/>
        </p:nvSpPr>
        <p:spPr>
          <a:xfrm>
            <a:off x="609600" y="1271588"/>
            <a:ext cx="5715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5"/>
              </a:lnSpc>
              <a:buNone/>
            </a:pPr>
            <a:r>
              <a:rPr lang="en-US" sz="1283" spc="-13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Кейс 10 Студенческий райдшеринг &lt;&lt;Попутка ИИ&gt;&gt;</a:t>
            </a:r>
            <a:endParaRPr lang="en-US" sz="1283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85925"/>
          <a:ext cx="3871913" cy="2933700"/>
        </p:xfrm>
        <a:graphic>
          <a:graphicData uri="http://schemas.openxmlformats.org/drawingml/2006/table">
            <a:tbl>
              <a:tblPr/>
              <a:tblGrid>
                <a:gridCol w="2195513"/>
                <a:gridCol w="1676400"/>
              </a:tblGrid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Тикот Максим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FF2E0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Тимлид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Цыренов Тимур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Пушкарёв Егор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086A0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Промт-инженер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Гайворонский Алексей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6F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Дизайнер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Ефремов Тимофей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08F44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Аналитик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Лопухов Денис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Лопатин Степан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93"/>
                        </a:lnSpc>
                        <a:buNone/>
                      </a:pPr>
                      <a:r>
                        <a:rPr lang="en-US" sz="1283" b="1" spc="-26" kern="0" dirty="0">
                          <a:solidFill>
                            <a:srgbClr val="0900FF">
                              <a:alpha val="99000"/>
                            </a:srgbClr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Разработчик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7C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148388" y="609600"/>
            <a:ext cx="1938337" cy="1819275"/>
          </a:xfrm>
          <a:prstGeom prst="roundRect">
            <a:avLst>
              <a:gd name="adj" fmla="val 16084"/>
            </a:avLst>
          </a:prstGeom>
          <a:solidFill>
            <a:srgbClr val="63636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QR CODE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7C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-4278348" y="-3568828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-4977745" y="-4272737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-5767387" y="-4986337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1963" y="762000"/>
            <a:ext cx="2862263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 rot="32724">
            <a:off x="608042" y="1093573"/>
            <a:ext cx="2626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4"/>
              </a:lnSpc>
              <a:buNone/>
            </a:pPr>
            <a:r>
              <a:rPr lang="en-US" sz="1284" b="1" spc="-26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тимлид, человек без которого все мы бы не собрались.</a:t>
            </a:r>
            <a:endParaRPr lang="en-US" sz="1284" dirty="0"/>
          </a:p>
        </p:txBody>
      </p:sp>
      <p:sp>
        <p:nvSpPr>
          <p:cNvPr id="8" name="Text 4"/>
          <p:cNvSpPr/>
          <p:nvPr/>
        </p:nvSpPr>
        <p:spPr>
          <a:xfrm>
            <a:off x="609600" y="852488"/>
            <a:ext cx="2462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FF2E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Тикот Максим</a:t>
            </a:r>
            <a:endParaRPr lang="en-US" sz="1283" dirty="0"/>
          </a:p>
        </p:txBody>
      </p:sp>
      <p:sp>
        <p:nvSpPr>
          <p:cNvPr id="9" name="Text 5"/>
          <p:cNvSpPr/>
          <p:nvPr/>
        </p:nvSpPr>
        <p:spPr>
          <a:xfrm>
            <a:off x="500063" y="266700"/>
            <a:ext cx="3381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2565"/>
              </a:lnSpc>
              <a:buNone/>
            </a:pPr>
            <a:r>
              <a:rPr lang="en-US" sz="2138" b="1" spc="-47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команда</a:t>
            </a:r>
            <a:endParaRPr lang="en-US" sz="2138" dirty="0"/>
          </a:p>
        </p:txBody>
      </p:sp>
      <p:sp>
        <p:nvSpPr>
          <p:cNvPr id="10" name="Shape 6"/>
          <p:cNvSpPr/>
          <p:nvPr/>
        </p:nvSpPr>
        <p:spPr>
          <a:xfrm>
            <a:off x="3500438" y="762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1" name="Text 7"/>
          <p:cNvSpPr/>
          <p:nvPr/>
        </p:nvSpPr>
        <p:spPr>
          <a:xfrm>
            <a:off x="3629025" y="881063"/>
            <a:ext cx="2862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0086A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Цыренов Тимур и Пушкарёв Егор</a:t>
            </a:r>
            <a:endParaRPr lang="en-US" sz="1283" dirty="0"/>
          </a:p>
        </p:txBody>
      </p:sp>
      <p:sp>
        <p:nvSpPr>
          <p:cNvPr id="12" name="Text 8"/>
          <p:cNvSpPr/>
          <p:nvPr/>
        </p:nvSpPr>
        <p:spPr>
          <a:xfrm>
            <a:off x="3629025" y="1109663"/>
            <a:ext cx="255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промт-инженеры, всегда помогали в трудную минуту.</a:t>
            </a:r>
            <a:endParaRPr lang="en-US" sz="1283" dirty="0"/>
          </a:p>
        </p:txBody>
      </p:sp>
      <p:sp>
        <p:nvSpPr>
          <p:cNvPr id="13" name="Shape 9"/>
          <p:cNvSpPr/>
          <p:nvPr/>
        </p:nvSpPr>
        <p:spPr>
          <a:xfrm>
            <a:off x="461963" y="2286000"/>
            <a:ext cx="2862263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4" name="Text 10"/>
          <p:cNvSpPr/>
          <p:nvPr/>
        </p:nvSpPr>
        <p:spPr>
          <a:xfrm>
            <a:off x="581025" y="2400300"/>
            <a:ext cx="1571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008F44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 Тимофей</a:t>
            </a:r>
            <a:endParaRPr lang="en-US" sz="1283" dirty="0"/>
          </a:p>
        </p:txBody>
      </p:sp>
      <p:sp>
        <p:nvSpPr>
          <p:cNvPr id="15" name="Text 11"/>
          <p:cNvSpPr/>
          <p:nvPr/>
        </p:nvSpPr>
        <p:spPr>
          <a:xfrm>
            <a:off x="581025" y="2628900"/>
            <a:ext cx="25574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аналитик, собирал и анализировал данные.</a:t>
            </a:r>
            <a:endParaRPr lang="en-US" sz="1283" dirty="0"/>
          </a:p>
        </p:txBody>
      </p:sp>
      <p:sp>
        <p:nvSpPr>
          <p:cNvPr id="16" name="Shape 12"/>
          <p:cNvSpPr/>
          <p:nvPr/>
        </p:nvSpPr>
        <p:spPr>
          <a:xfrm>
            <a:off x="3500438" y="2286000"/>
            <a:ext cx="2990850" cy="1371600"/>
          </a:xfrm>
          <a:prstGeom prst="roundRect">
            <a:avLst>
              <a:gd name="adj" fmla="val 10667"/>
            </a:avLst>
          </a:prstGeom>
          <a:solidFill>
            <a:srgbClr val="424242"/>
          </a:solidFill>
          <a:ln/>
        </p:spPr>
      </p:sp>
      <p:sp>
        <p:nvSpPr>
          <p:cNvPr id="17" name="Text 13"/>
          <p:cNvSpPr/>
          <p:nvPr/>
        </p:nvSpPr>
        <p:spPr>
          <a:xfrm>
            <a:off x="3595688" y="2371725"/>
            <a:ext cx="27955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949D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Лопухов Денис и Лопатин Степан</a:t>
            </a:r>
            <a:endParaRPr lang="en-US" sz="1283" dirty="0"/>
          </a:p>
        </p:txBody>
      </p:sp>
      <p:sp>
        <p:nvSpPr>
          <p:cNvPr id="18" name="Text 14"/>
          <p:cNvSpPr/>
          <p:nvPr/>
        </p:nvSpPr>
        <p:spPr>
          <a:xfrm>
            <a:off x="3595688" y="2600325"/>
            <a:ext cx="2709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Наши разработчики, главные по кодингу нашего проекта.</a:t>
            </a:r>
            <a:endParaRPr lang="en-US" sz="1283" dirty="0"/>
          </a:p>
        </p:txBody>
      </p:sp>
      <p:sp>
        <p:nvSpPr>
          <p:cNvPr id="19" name="Shape 15"/>
          <p:cNvSpPr/>
          <p:nvPr/>
        </p:nvSpPr>
        <p:spPr>
          <a:xfrm rot="-5405115">
            <a:off x="6317354" y="1096896"/>
            <a:ext cx="2903104" cy="2208019"/>
          </a:xfrm>
          <a:prstGeom prst="roundRect">
            <a:avLst>
              <a:gd name="adj" fmla="val 6626"/>
            </a:avLst>
          </a:prstGeom>
          <a:solidFill>
            <a:srgbClr val="424242"/>
          </a:solidFill>
          <a:ln/>
        </p:spPr>
      </p:sp>
      <p:sp>
        <p:nvSpPr>
          <p:cNvPr id="20" name="Text 16"/>
          <p:cNvSpPr/>
          <p:nvPr/>
        </p:nvSpPr>
        <p:spPr>
          <a:xfrm rot="0">
            <a:off x="6800910" y="874279"/>
            <a:ext cx="19383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BA85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Гайворонский Алексей</a:t>
            </a:r>
            <a:endParaRPr lang="en-US" sz="1283" dirty="0"/>
          </a:p>
        </p:txBody>
      </p:sp>
      <p:sp>
        <p:nvSpPr>
          <p:cNvPr id="21" name="Text 17"/>
          <p:cNvSpPr/>
          <p:nvPr/>
        </p:nvSpPr>
        <p:spPr>
          <a:xfrm rot="0">
            <a:off x="6800910" y="1236229"/>
            <a:ext cx="20288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дизайнер, разработал внешний вид продукта.</a:t>
            </a:r>
            <a:endParaRPr lang="en-US" sz="128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7C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85102" y="3793997"/>
            <a:ext cx="5292859" cy="5125906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385705" y="3090088"/>
            <a:ext cx="6691654" cy="6267503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596063" y="2376488"/>
            <a:ext cx="8067888" cy="7556504"/>
          </a:xfrm>
          <a:prstGeom prst="ellipse">
            <a:avLst/>
          </a:prstGeom>
          <a:noFill/>
          <a:ln w="108585">
            <a:solidFill>
              <a:srgbClr val="0C8CE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2433638"/>
            <a:ext cx="2286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52"/>
              </a:lnSpc>
              <a:buNone/>
            </a:pPr>
            <a:r>
              <a:rPr lang="en-US" sz="1710" b="1" spc="-34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 проект.</a:t>
            </a:r>
            <a:endParaRPr lang="en-US" sz="1710" dirty="0"/>
          </a:p>
        </p:txBody>
      </p:sp>
      <p:sp>
        <p:nvSpPr>
          <p:cNvPr id="6" name="Shape 4"/>
          <p:cNvSpPr/>
          <p:nvPr/>
        </p:nvSpPr>
        <p:spPr>
          <a:xfrm>
            <a:off x="3390900" y="1724025"/>
            <a:ext cx="2324100" cy="762000"/>
          </a:xfrm>
          <a:prstGeom prst="rect">
            <a:avLst/>
          </a:prstGeom>
          <a:noFill/>
          <a:ln/>
        </p:spPr>
      </p:sp>
      <p:sp>
        <p:nvSpPr>
          <p:cNvPr id="7" name="Text 5"/>
          <p:cNvSpPr/>
          <p:nvPr/>
        </p:nvSpPr>
        <p:spPr>
          <a:xfrm>
            <a:off x="3390900" y="1724025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кого создан наш сайт?</a:t>
            </a:r>
            <a:endParaRPr lang="en-US" sz="1283" dirty="0"/>
          </a:p>
        </p:txBody>
      </p:sp>
      <p:sp>
        <p:nvSpPr>
          <p:cNvPr id="8" name="Text 6"/>
          <p:cNvSpPr/>
          <p:nvPr/>
        </p:nvSpPr>
        <p:spPr>
          <a:xfrm>
            <a:off x="3390900" y="2028825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855" spc="-4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разработали сайт для студентов, которым приходится преодолевать большой путь до учебного корпуса.</a:t>
            </a:r>
            <a:endParaRPr lang="en-US" sz="855" dirty="0"/>
          </a:p>
        </p:txBody>
      </p:sp>
      <p:sp>
        <p:nvSpPr>
          <p:cNvPr id="9" name="Shape 7"/>
          <p:cNvSpPr/>
          <p:nvPr/>
        </p:nvSpPr>
        <p:spPr>
          <a:xfrm>
            <a:off x="3390900" y="2800350"/>
            <a:ext cx="2324100" cy="1447800"/>
          </a:xfrm>
          <a:prstGeom prst="rect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3390900" y="2800350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мы взяли именно этот кейс?</a:t>
            </a:r>
            <a:endParaRPr lang="en-US" sz="1283" dirty="0"/>
          </a:p>
        </p:txBody>
      </p:sp>
      <p:sp>
        <p:nvSpPr>
          <p:cNvPr id="11" name="Text 9"/>
          <p:cNvSpPr/>
          <p:nvPr/>
        </p:nvSpPr>
        <p:spPr>
          <a:xfrm>
            <a:off x="3390900" y="3333750"/>
            <a:ext cx="2324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855" spc="-4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помогаем студентам УрФУ, у которых нет автомобиля, не опаздывать на занятия и комфортно добираться до вуза. Кроме того, наш сервис даёт возможность заводить новые знакомства.</a:t>
            </a:r>
            <a:endParaRPr lang="en-US" sz="855" dirty="0"/>
          </a:p>
        </p:txBody>
      </p:sp>
      <p:sp>
        <p:nvSpPr>
          <p:cNvPr id="12" name="Shape 10"/>
          <p:cNvSpPr/>
          <p:nvPr/>
        </p:nvSpPr>
        <p:spPr>
          <a:xfrm>
            <a:off x="6210300" y="1724025"/>
            <a:ext cx="2324100" cy="762000"/>
          </a:xfrm>
          <a:prstGeom prst="rect">
            <a:avLst/>
          </a:prstGeom>
          <a:noFill/>
          <a:ln/>
        </p:spPr>
      </p:sp>
      <p:sp>
        <p:nvSpPr>
          <p:cNvPr id="13" name="Text 11"/>
          <p:cNvSpPr/>
          <p:nvPr/>
        </p:nvSpPr>
        <p:spPr>
          <a:xfrm>
            <a:off x="6210300" y="1724025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Для чего наш сервис?</a:t>
            </a:r>
            <a:endParaRPr lang="en-US" sz="1283" dirty="0"/>
          </a:p>
        </p:txBody>
      </p:sp>
      <p:sp>
        <p:nvSpPr>
          <p:cNvPr id="14" name="Text 12"/>
          <p:cNvSpPr/>
          <p:nvPr/>
        </p:nvSpPr>
        <p:spPr>
          <a:xfrm>
            <a:off x="6210300" y="2028825"/>
            <a:ext cx="2324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855" spc="-4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нашего сервиса — помочь студентам сократить расходы и время на дорогу.</a:t>
            </a:r>
            <a:endParaRPr lang="en-US" sz="855" dirty="0"/>
          </a:p>
        </p:txBody>
      </p:sp>
      <p:sp>
        <p:nvSpPr>
          <p:cNvPr id="15" name="Shape 13"/>
          <p:cNvSpPr/>
          <p:nvPr/>
        </p:nvSpPr>
        <p:spPr>
          <a:xfrm>
            <a:off x="6210300" y="2800350"/>
            <a:ext cx="2324100" cy="1524000"/>
          </a:xfrm>
          <a:prstGeom prst="rect">
            <a:avLst/>
          </a:prstGeom>
          <a:noFill/>
          <a:ln/>
        </p:spPr>
      </p:sp>
      <p:sp>
        <p:nvSpPr>
          <p:cNvPr id="16" name="Text 14"/>
          <p:cNvSpPr/>
          <p:nvPr/>
        </p:nvSpPr>
        <p:spPr>
          <a:xfrm>
            <a:off x="6210300" y="2800350"/>
            <a:ext cx="2324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3"/>
              </a:lnSpc>
              <a:buNone/>
            </a:pPr>
            <a:r>
              <a:rPr lang="en-US" sz="1283" b="1" spc="-26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именно мы?</a:t>
            </a:r>
            <a:endParaRPr lang="en-US" sz="1283" dirty="0"/>
          </a:p>
        </p:txBody>
      </p:sp>
      <p:sp>
        <p:nvSpPr>
          <p:cNvPr id="17" name="Text 15"/>
          <p:cNvSpPr/>
          <p:nvPr/>
        </p:nvSpPr>
        <p:spPr>
          <a:xfrm>
            <a:off x="6210300" y="3105150"/>
            <a:ext cx="23241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6"/>
              </a:lnSpc>
              <a:buNone/>
            </a:pPr>
            <a:r>
              <a:rPr lang="en-US" sz="855" spc="-4" kern="0" dirty="0">
                <a:solidFill>
                  <a:srgbClr val="00000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Стандартные сервисы такси завышают цены в час пик. Наша команда предлагает фиксированную стоимость поездки по студенческому билету, компенсацию водителям за бензин, опцию шеринга поездки (Split Fare) с однокурсниками из того же общежития и маршруты «общежитие — корпус».</a:t>
            </a:r>
            <a:endParaRPr lang="en-US" sz="85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081212"/>
            <a:ext cx="3238500" cy="976312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2081212"/>
            <a:ext cx="32385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2"/>
              </a:lnSpc>
              <a:buNone/>
            </a:pPr>
            <a:r>
              <a:rPr lang="en-US" sz="1710" b="1" spc="-34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designs</a:t>
            </a:r>
            <a:endParaRPr lang="en-US" sz="1710" dirty="0"/>
          </a:p>
        </p:txBody>
      </p:sp>
      <p:sp>
        <p:nvSpPr>
          <p:cNvPr id="4" name="Text 2"/>
          <p:cNvSpPr/>
          <p:nvPr/>
        </p:nvSpPr>
        <p:spPr>
          <a:xfrm>
            <a:off x="609600" y="2471738"/>
            <a:ext cx="3238500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069" spc="-11" kern="0" dirty="0">
                <a:solidFill>
                  <a:srgbClr val="EEEEEE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your visuals with a bit of context, then link away to the designs. To really wow the crowd, paste in a Figma prototype.</a:t>
            </a:r>
            <a:endParaRPr lang="en-US" sz="1069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15138" y="461963"/>
            <a:ext cx="2054228" cy="42164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5775" y="638175"/>
            <a:ext cx="2081212" cy="398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24350" y="614363"/>
            <a:ext cx="2014538" cy="4005262"/>
          </a:xfrm>
          <a:prstGeom prst="roundRect">
            <a:avLst>
              <a:gd name="adj" fmla="val 29050"/>
            </a:avLst>
          </a:prstGeom>
          <a:solidFill>
            <a:srgbClr val="FFFFFF">
              <a:alpha val="0"/>
            </a:srgbClr>
          </a:solidFill>
          <a:ln w="108585">
            <a:solidFill>
              <a:srgbClr val="1E1E1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4267200" y="566738"/>
            <a:ext cx="2128838" cy="4105275"/>
          </a:xfrm>
          <a:prstGeom prst="roundRect">
            <a:avLst>
              <a:gd name="adj" fmla="val 27490"/>
            </a:avLst>
          </a:prstGeom>
          <a:solidFill>
            <a:srgbClr val="484848">
              <a:alpha val="0"/>
            </a:srgbClr>
          </a:solidFill>
          <a:ln w="72390">
            <a:solidFill>
              <a:srgbClr val="094B7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5000625" y="723900"/>
            <a:ext cx="666750" cy="161925"/>
          </a:xfrm>
          <a:prstGeom prst="roundRect">
            <a:avLst/>
          </a:prstGeom>
          <a:solidFill>
            <a:srgbClr val="1E1E1E"/>
          </a:solidFill>
          <a:ln w="18097">
            <a:solidFill>
              <a:srgbClr val="24242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5067300" y="738188"/>
            <a:ext cx="133350" cy="133350"/>
          </a:xfrm>
          <a:prstGeom prst="ellipse">
            <a:avLst/>
          </a:prstGeom>
          <a:solidFill>
            <a:srgbClr val="757575">
              <a:alpha val="0"/>
            </a:srgbClr>
          </a:solidFill>
          <a:ln w="18097">
            <a:solidFill>
              <a:srgbClr val="48484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081212"/>
            <a:ext cx="3238500" cy="976312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2081212"/>
            <a:ext cx="32385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2"/>
              </a:lnSpc>
              <a:buNone/>
            </a:pPr>
            <a:r>
              <a:rPr lang="en-US" sz="1710" b="1" spc="-34" kern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designs</a:t>
            </a:r>
            <a:endParaRPr lang="en-US" sz="1710" dirty="0"/>
          </a:p>
        </p:txBody>
      </p:sp>
      <p:sp>
        <p:nvSpPr>
          <p:cNvPr id="4" name="Text 2"/>
          <p:cNvSpPr/>
          <p:nvPr/>
        </p:nvSpPr>
        <p:spPr>
          <a:xfrm>
            <a:off x="609600" y="2471738"/>
            <a:ext cx="3238500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069" spc="-11" kern="0" dirty="0">
                <a:solidFill>
                  <a:srgbClr val="EEEEEE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your visuals with a bit of context, then link away to the designs. To really wow the crowd, paste in a Figma prototype.</a:t>
            </a:r>
            <a:endParaRPr lang="en-US" sz="1069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3238" y="447675"/>
            <a:ext cx="2054225" cy="42164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3875" y="604838"/>
            <a:ext cx="2114550" cy="415766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86250" y="557213"/>
            <a:ext cx="2071688" cy="4114800"/>
          </a:xfrm>
          <a:prstGeom prst="roundRect">
            <a:avLst>
              <a:gd name="adj" fmla="val 28248"/>
            </a:avLst>
          </a:prstGeom>
          <a:solidFill>
            <a:srgbClr val="FFFFFF">
              <a:alpha val="0"/>
            </a:srgbClr>
          </a:solidFill>
          <a:ln w="108585">
            <a:solidFill>
              <a:srgbClr val="1E1E1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4229100" y="509587"/>
            <a:ext cx="2185988" cy="4214813"/>
          </a:xfrm>
          <a:prstGeom prst="roundRect">
            <a:avLst>
              <a:gd name="adj" fmla="val 26771"/>
            </a:avLst>
          </a:prstGeom>
          <a:solidFill>
            <a:srgbClr val="484848">
              <a:alpha val="0"/>
            </a:srgbClr>
          </a:solidFill>
          <a:ln w="72390">
            <a:solidFill>
              <a:srgbClr val="094B7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4914900" y="704850"/>
            <a:ext cx="728663" cy="200025"/>
          </a:xfrm>
          <a:prstGeom prst="roundRect">
            <a:avLst/>
          </a:prstGeom>
          <a:solidFill>
            <a:srgbClr val="1E1E1E"/>
          </a:solidFill>
          <a:ln w="18097">
            <a:solidFill>
              <a:srgbClr val="24242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981575" y="738188"/>
            <a:ext cx="138113" cy="128588"/>
          </a:xfrm>
          <a:prstGeom prst="ellipse">
            <a:avLst/>
          </a:prstGeom>
          <a:solidFill>
            <a:srgbClr val="757575">
              <a:alpha val="0"/>
            </a:srgbClr>
          </a:solidFill>
          <a:ln w="18097">
            <a:solidFill>
              <a:srgbClr val="48484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2026-09-04T09:45:27Z</dcterms:created>
  <dcterms:modified xsi:type="dcterms:W3CDTF">2026-09-04T09:45:27Z</dcterms:modified>
</cp:coreProperties>
</file>